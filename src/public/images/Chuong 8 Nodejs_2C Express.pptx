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 id="2147483672" r:id="rId3"/>
    <p:sldMasterId id="2147483684" r:id="rId4"/>
  </p:sldMasterIdLst>
  <p:notesMasterIdLst>
    <p:notesMasterId r:id="rId41"/>
  </p:notesMasterIdLst>
  <p:handoutMasterIdLst>
    <p:handoutMasterId r:id="rId42"/>
  </p:handoutMasterIdLst>
  <p:sldIdLst>
    <p:sldId id="256" r:id="rId5"/>
    <p:sldId id="697" r:id="rId6"/>
    <p:sldId id="747" r:id="rId7"/>
    <p:sldId id="698" r:id="rId8"/>
    <p:sldId id="748" r:id="rId9"/>
    <p:sldId id="749" r:id="rId10"/>
    <p:sldId id="752" r:id="rId11"/>
    <p:sldId id="699" r:id="rId12"/>
    <p:sldId id="750" r:id="rId13"/>
    <p:sldId id="751" r:id="rId14"/>
    <p:sldId id="753" r:id="rId15"/>
    <p:sldId id="754" r:id="rId16"/>
    <p:sldId id="756" r:id="rId17"/>
    <p:sldId id="757" r:id="rId18"/>
    <p:sldId id="759" r:id="rId19"/>
    <p:sldId id="760" r:id="rId20"/>
    <p:sldId id="761" r:id="rId21"/>
    <p:sldId id="762" r:id="rId22"/>
    <p:sldId id="763" r:id="rId23"/>
    <p:sldId id="764" r:id="rId24"/>
    <p:sldId id="765" r:id="rId25"/>
    <p:sldId id="766" r:id="rId26"/>
    <p:sldId id="767" r:id="rId27"/>
    <p:sldId id="768" r:id="rId28"/>
    <p:sldId id="769" r:id="rId29"/>
    <p:sldId id="770" r:id="rId30"/>
    <p:sldId id="771" r:id="rId31"/>
    <p:sldId id="772" r:id="rId32"/>
    <p:sldId id="773" r:id="rId33"/>
    <p:sldId id="778" r:id="rId34"/>
    <p:sldId id="774" r:id="rId35"/>
    <p:sldId id="775" r:id="rId36"/>
    <p:sldId id="776" r:id="rId37"/>
    <p:sldId id="777" r:id="rId38"/>
    <p:sldId id="779" r:id="rId39"/>
    <p:sldId id="780"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21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14" autoAdjust="0"/>
    <p:restoredTop sz="90629" autoAdjust="0"/>
  </p:normalViewPr>
  <p:slideViewPr>
    <p:cSldViewPr snapToGrid="0">
      <p:cViewPr varScale="1">
        <p:scale>
          <a:sx n="102" d="100"/>
          <a:sy n="102"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V Nhận" userId="ef425cf36cd38040" providerId="LiveId" clId="{181914FC-3BFC-49FE-86CF-EE08CF42E5B0}"/>
    <pc:docChg chg="undo custSel addSld delSld modSld sldOrd delMainMaster">
      <pc:chgData name="NV Nhận" userId="ef425cf36cd38040" providerId="LiveId" clId="{181914FC-3BFC-49FE-86CF-EE08CF42E5B0}" dt="2025-11-02T12:54:19.350" v="2869" actId="1440"/>
      <pc:docMkLst>
        <pc:docMk/>
      </pc:docMkLst>
      <pc:sldChg chg="modSp mod">
        <pc:chgData name="NV Nhận" userId="ef425cf36cd38040" providerId="LiveId" clId="{181914FC-3BFC-49FE-86CF-EE08CF42E5B0}" dt="2025-11-02T09:18:02.069" v="6" actId="20577"/>
        <pc:sldMkLst>
          <pc:docMk/>
          <pc:sldMk cId="0" sldId="697"/>
        </pc:sldMkLst>
        <pc:spChg chg="mod">
          <ac:chgData name="NV Nhận" userId="ef425cf36cd38040" providerId="LiveId" clId="{181914FC-3BFC-49FE-86CF-EE08CF42E5B0}" dt="2025-11-02T09:18:02.069" v="6" actId="20577"/>
          <ac:spMkLst>
            <pc:docMk/>
            <pc:sldMk cId="0" sldId="697"/>
            <ac:spMk id="4" creationId="{00000000-0000-0000-0000-000000000000}"/>
          </ac:spMkLst>
        </pc:spChg>
      </pc:sldChg>
      <pc:sldChg chg="addSp delSp modSp mod modNotesTx">
        <pc:chgData name="NV Nhận" userId="ef425cf36cd38040" providerId="LiveId" clId="{181914FC-3BFC-49FE-86CF-EE08CF42E5B0}" dt="2025-11-02T10:20:56.319" v="1384" actId="14100"/>
        <pc:sldMkLst>
          <pc:docMk/>
          <pc:sldMk cId="0" sldId="698"/>
        </pc:sldMkLst>
        <pc:spChg chg="mod">
          <ac:chgData name="NV Nhận" userId="ef425cf36cd38040" providerId="LiveId" clId="{181914FC-3BFC-49FE-86CF-EE08CF42E5B0}" dt="2025-11-02T09:35:06.524" v="362" actId="1076"/>
          <ac:spMkLst>
            <pc:docMk/>
            <pc:sldMk cId="0" sldId="698"/>
            <ac:spMk id="5" creationId="{00000000-0000-0000-0000-000000000000}"/>
          </ac:spMkLst>
        </pc:spChg>
        <pc:picChg chg="del">
          <ac:chgData name="NV Nhận" userId="ef425cf36cd38040" providerId="LiveId" clId="{181914FC-3BFC-49FE-86CF-EE08CF42E5B0}" dt="2025-11-02T09:22:23.967" v="237" actId="478"/>
          <ac:picMkLst>
            <pc:docMk/>
            <pc:sldMk cId="0" sldId="698"/>
            <ac:picMk id="4" creationId="{00000000-0000-0000-0000-000000000000}"/>
          </ac:picMkLst>
        </pc:picChg>
        <pc:picChg chg="add mod">
          <ac:chgData name="NV Nhận" userId="ef425cf36cd38040" providerId="LiveId" clId="{181914FC-3BFC-49FE-86CF-EE08CF42E5B0}" dt="2025-11-02T10:20:56.319" v="1384" actId="14100"/>
          <ac:picMkLst>
            <pc:docMk/>
            <pc:sldMk cId="0" sldId="698"/>
            <ac:picMk id="1026" creationId="{A617BEFD-77D1-4FE2-8880-EB5F64537B6E}"/>
          </ac:picMkLst>
        </pc:picChg>
      </pc:sldChg>
      <pc:sldChg chg="modSp mod modNotesTx">
        <pc:chgData name="NV Nhận" userId="ef425cf36cd38040" providerId="LiveId" clId="{181914FC-3BFC-49FE-86CF-EE08CF42E5B0}" dt="2025-11-02T09:41:15.099" v="452" actId="14100"/>
        <pc:sldMkLst>
          <pc:docMk/>
          <pc:sldMk cId="0" sldId="699"/>
        </pc:sldMkLst>
        <pc:spChg chg="mod">
          <ac:chgData name="NV Nhận" userId="ef425cf36cd38040" providerId="LiveId" clId="{181914FC-3BFC-49FE-86CF-EE08CF42E5B0}" dt="2025-11-02T09:41:15.099" v="452" actId="14100"/>
          <ac:spMkLst>
            <pc:docMk/>
            <pc:sldMk cId="0" sldId="699"/>
            <ac:spMk id="4" creationId="{00000000-0000-0000-0000-000000000000}"/>
          </ac:spMkLst>
        </pc:spChg>
        <pc:spChg chg="mod">
          <ac:chgData name="NV Nhận" userId="ef425cf36cd38040" providerId="LiveId" clId="{181914FC-3BFC-49FE-86CF-EE08CF42E5B0}" dt="2025-11-02T09:40:19.545" v="439" actId="1076"/>
          <ac:spMkLst>
            <pc:docMk/>
            <pc:sldMk cId="0" sldId="699"/>
            <ac:spMk id="7" creationId="{00000000-0000-0000-0000-000000000000}"/>
          </ac:spMkLst>
        </pc:spChg>
      </pc:sldChg>
      <pc:sldChg chg="del">
        <pc:chgData name="NV Nhận" userId="ef425cf36cd38040" providerId="LiveId" clId="{181914FC-3BFC-49FE-86CF-EE08CF42E5B0}" dt="2025-11-02T09:45:48.650" v="553" actId="47"/>
        <pc:sldMkLst>
          <pc:docMk/>
          <pc:sldMk cId="0" sldId="700"/>
        </pc:sldMkLst>
      </pc:sldChg>
      <pc:sldChg chg="del">
        <pc:chgData name="NV Nhận" userId="ef425cf36cd38040" providerId="LiveId" clId="{181914FC-3BFC-49FE-86CF-EE08CF42E5B0}" dt="2025-11-02T09:45:48.650" v="553" actId="47"/>
        <pc:sldMkLst>
          <pc:docMk/>
          <pc:sldMk cId="0" sldId="701"/>
        </pc:sldMkLst>
      </pc:sldChg>
      <pc:sldChg chg="del">
        <pc:chgData name="NV Nhận" userId="ef425cf36cd38040" providerId="LiveId" clId="{181914FC-3BFC-49FE-86CF-EE08CF42E5B0}" dt="2025-11-02T09:45:48.650" v="553" actId="47"/>
        <pc:sldMkLst>
          <pc:docMk/>
          <pc:sldMk cId="0" sldId="702"/>
        </pc:sldMkLst>
      </pc:sldChg>
      <pc:sldChg chg="del">
        <pc:chgData name="NV Nhận" userId="ef425cf36cd38040" providerId="LiveId" clId="{181914FC-3BFC-49FE-86CF-EE08CF42E5B0}" dt="2025-11-02T09:45:48.650" v="553" actId="47"/>
        <pc:sldMkLst>
          <pc:docMk/>
          <pc:sldMk cId="0" sldId="703"/>
        </pc:sldMkLst>
      </pc:sldChg>
      <pc:sldChg chg="del">
        <pc:chgData name="NV Nhận" userId="ef425cf36cd38040" providerId="LiveId" clId="{181914FC-3BFC-49FE-86CF-EE08CF42E5B0}" dt="2025-11-02T09:45:48.650" v="553" actId="47"/>
        <pc:sldMkLst>
          <pc:docMk/>
          <pc:sldMk cId="0" sldId="705"/>
        </pc:sldMkLst>
      </pc:sldChg>
      <pc:sldChg chg="del">
        <pc:chgData name="NV Nhận" userId="ef425cf36cd38040" providerId="LiveId" clId="{181914FC-3BFC-49FE-86CF-EE08CF42E5B0}" dt="2025-11-02T09:45:48.650" v="553" actId="47"/>
        <pc:sldMkLst>
          <pc:docMk/>
          <pc:sldMk cId="0" sldId="706"/>
        </pc:sldMkLst>
      </pc:sldChg>
      <pc:sldChg chg="del">
        <pc:chgData name="NV Nhận" userId="ef425cf36cd38040" providerId="LiveId" clId="{181914FC-3BFC-49FE-86CF-EE08CF42E5B0}" dt="2025-11-02T09:45:48.650" v="553" actId="47"/>
        <pc:sldMkLst>
          <pc:docMk/>
          <pc:sldMk cId="0" sldId="734"/>
        </pc:sldMkLst>
      </pc:sldChg>
      <pc:sldChg chg="del">
        <pc:chgData name="NV Nhận" userId="ef425cf36cd38040" providerId="LiveId" clId="{181914FC-3BFC-49FE-86CF-EE08CF42E5B0}" dt="2025-11-02T09:45:48.650" v="553" actId="47"/>
        <pc:sldMkLst>
          <pc:docMk/>
          <pc:sldMk cId="0" sldId="735"/>
        </pc:sldMkLst>
      </pc:sldChg>
      <pc:sldChg chg="del">
        <pc:chgData name="NV Nhận" userId="ef425cf36cd38040" providerId="LiveId" clId="{181914FC-3BFC-49FE-86CF-EE08CF42E5B0}" dt="2025-11-02T09:45:48.650" v="553" actId="47"/>
        <pc:sldMkLst>
          <pc:docMk/>
          <pc:sldMk cId="0" sldId="737"/>
        </pc:sldMkLst>
      </pc:sldChg>
      <pc:sldChg chg="del">
        <pc:chgData name="NV Nhận" userId="ef425cf36cd38040" providerId="LiveId" clId="{181914FC-3BFC-49FE-86CF-EE08CF42E5B0}" dt="2025-11-02T09:45:48.650" v="553" actId="47"/>
        <pc:sldMkLst>
          <pc:docMk/>
          <pc:sldMk cId="0" sldId="738"/>
        </pc:sldMkLst>
      </pc:sldChg>
      <pc:sldChg chg="del">
        <pc:chgData name="NV Nhận" userId="ef425cf36cd38040" providerId="LiveId" clId="{181914FC-3BFC-49FE-86CF-EE08CF42E5B0}" dt="2025-11-02T09:45:48.650" v="553" actId="47"/>
        <pc:sldMkLst>
          <pc:docMk/>
          <pc:sldMk cId="0" sldId="739"/>
        </pc:sldMkLst>
      </pc:sldChg>
      <pc:sldChg chg="del">
        <pc:chgData name="NV Nhận" userId="ef425cf36cd38040" providerId="LiveId" clId="{181914FC-3BFC-49FE-86CF-EE08CF42E5B0}" dt="2025-11-02T09:45:48.650" v="553" actId="47"/>
        <pc:sldMkLst>
          <pc:docMk/>
          <pc:sldMk cId="0" sldId="740"/>
        </pc:sldMkLst>
      </pc:sldChg>
      <pc:sldChg chg="del">
        <pc:chgData name="NV Nhận" userId="ef425cf36cd38040" providerId="LiveId" clId="{181914FC-3BFC-49FE-86CF-EE08CF42E5B0}" dt="2025-11-02T09:45:48.650" v="553" actId="47"/>
        <pc:sldMkLst>
          <pc:docMk/>
          <pc:sldMk cId="0" sldId="741"/>
        </pc:sldMkLst>
      </pc:sldChg>
      <pc:sldChg chg="del">
        <pc:chgData name="NV Nhận" userId="ef425cf36cd38040" providerId="LiveId" clId="{181914FC-3BFC-49FE-86CF-EE08CF42E5B0}" dt="2025-11-02T09:45:48.650" v="553" actId="47"/>
        <pc:sldMkLst>
          <pc:docMk/>
          <pc:sldMk cId="0" sldId="742"/>
        </pc:sldMkLst>
      </pc:sldChg>
      <pc:sldChg chg="del">
        <pc:chgData name="NV Nhận" userId="ef425cf36cd38040" providerId="LiveId" clId="{181914FC-3BFC-49FE-86CF-EE08CF42E5B0}" dt="2025-11-02T09:45:48.650" v="553" actId="47"/>
        <pc:sldMkLst>
          <pc:docMk/>
          <pc:sldMk cId="0" sldId="743"/>
        </pc:sldMkLst>
      </pc:sldChg>
      <pc:sldChg chg="del">
        <pc:chgData name="NV Nhận" userId="ef425cf36cd38040" providerId="LiveId" clId="{181914FC-3BFC-49FE-86CF-EE08CF42E5B0}" dt="2025-11-02T09:45:48.650" v="553" actId="47"/>
        <pc:sldMkLst>
          <pc:docMk/>
          <pc:sldMk cId="0" sldId="744"/>
        </pc:sldMkLst>
      </pc:sldChg>
      <pc:sldChg chg="del">
        <pc:chgData name="NV Nhận" userId="ef425cf36cd38040" providerId="LiveId" clId="{181914FC-3BFC-49FE-86CF-EE08CF42E5B0}" dt="2025-11-02T09:45:48.650" v="553" actId="47"/>
        <pc:sldMkLst>
          <pc:docMk/>
          <pc:sldMk cId="0" sldId="745"/>
        </pc:sldMkLst>
      </pc:sldChg>
      <pc:sldChg chg="del">
        <pc:chgData name="NV Nhận" userId="ef425cf36cd38040" providerId="LiveId" clId="{181914FC-3BFC-49FE-86CF-EE08CF42E5B0}" dt="2025-11-02T09:45:48.650" v="553" actId="47"/>
        <pc:sldMkLst>
          <pc:docMk/>
          <pc:sldMk cId="0" sldId="746"/>
        </pc:sldMkLst>
      </pc:sldChg>
      <pc:sldChg chg="addSp modSp add mod ord modNotesTx">
        <pc:chgData name="NV Nhận" userId="ef425cf36cd38040" providerId="LiveId" clId="{181914FC-3BFC-49FE-86CF-EE08CF42E5B0}" dt="2025-11-02T10:20:59.918" v="1385"/>
        <pc:sldMkLst>
          <pc:docMk/>
          <pc:sldMk cId="713418843" sldId="747"/>
        </pc:sldMkLst>
        <pc:spChg chg="mod">
          <ac:chgData name="NV Nhận" userId="ef425cf36cd38040" providerId="LiveId" clId="{181914FC-3BFC-49FE-86CF-EE08CF42E5B0}" dt="2025-11-02T09:36:55.017" v="409" actId="20577"/>
          <ac:spMkLst>
            <pc:docMk/>
            <pc:sldMk cId="713418843" sldId="747"/>
            <ac:spMk id="4" creationId="{00000000-0000-0000-0000-000000000000}"/>
          </ac:spMkLst>
        </pc:spChg>
        <pc:spChg chg="mod">
          <ac:chgData name="NV Nhận" userId="ef425cf36cd38040" providerId="LiveId" clId="{181914FC-3BFC-49FE-86CF-EE08CF42E5B0}" dt="2025-11-02T09:34:20.021" v="360" actId="1076"/>
          <ac:spMkLst>
            <pc:docMk/>
            <pc:sldMk cId="713418843" sldId="747"/>
            <ac:spMk id="7" creationId="{00000000-0000-0000-0000-000000000000}"/>
          </ac:spMkLst>
        </pc:spChg>
        <pc:picChg chg="add mod">
          <ac:chgData name="NV Nhận" userId="ef425cf36cd38040" providerId="LiveId" clId="{181914FC-3BFC-49FE-86CF-EE08CF42E5B0}" dt="2025-11-02T10:20:59.918" v="1385"/>
          <ac:picMkLst>
            <pc:docMk/>
            <pc:sldMk cId="713418843" sldId="747"/>
            <ac:picMk id="5" creationId="{51AE3103-FF7A-4B80-9FF5-5AC8C7C51159}"/>
          </ac:picMkLst>
        </pc:picChg>
      </pc:sldChg>
      <pc:sldChg chg="delSp modSp add mod">
        <pc:chgData name="NV Nhận" userId="ef425cf36cd38040" providerId="LiveId" clId="{181914FC-3BFC-49FE-86CF-EE08CF42E5B0}" dt="2025-11-02T09:34:58.756" v="361" actId="1076"/>
        <pc:sldMkLst>
          <pc:docMk/>
          <pc:sldMk cId="674185659" sldId="748"/>
        </pc:sldMkLst>
        <pc:spChg chg="mod">
          <ac:chgData name="NV Nhận" userId="ef425cf36cd38040" providerId="LiveId" clId="{181914FC-3BFC-49FE-86CF-EE08CF42E5B0}" dt="2025-11-02T09:34:58.756" v="361" actId="1076"/>
          <ac:spMkLst>
            <pc:docMk/>
            <pc:sldMk cId="674185659" sldId="748"/>
            <ac:spMk id="5" creationId="{00000000-0000-0000-0000-000000000000}"/>
          </ac:spMkLst>
        </pc:spChg>
        <pc:picChg chg="del">
          <ac:chgData name="NV Nhận" userId="ef425cf36cd38040" providerId="LiveId" clId="{181914FC-3BFC-49FE-86CF-EE08CF42E5B0}" dt="2025-11-02T09:32:19.627" v="307" actId="478"/>
          <ac:picMkLst>
            <pc:docMk/>
            <pc:sldMk cId="674185659" sldId="748"/>
            <ac:picMk id="1026" creationId="{A617BEFD-77D1-4FE2-8880-EB5F64537B6E}"/>
          </ac:picMkLst>
        </pc:picChg>
      </pc:sldChg>
      <pc:sldChg chg="addSp delSp modSp add mod modNotesTx">
        <pc:chgData name="NV Nhận" userId="ef425cf36cd38040" providerId="LiveId" clId="{181914FC-3BFC-49FE-86CF-EE08CF42E5B0}" dt="2025-11-02T09:39:40.667" v="437" actId="20577"/>
        <pc:sldMkLst>
          <pc:docMk/>
          <pc:sldMk cId="279438286" sldId="749"/>
        </pc:sldMkLst>
        <pc:spChg chg="del">
          <ac:chgData name="NV Nhận" userId="ef425cf36cd38040" providerId="LiveId" clId="{181914FC-3BFC-49FE-86CF-EE08CF42E5B0}" dt="2025-11-02T09:37:14.133" v="412" actId="478"/>
          <ac:spMkLst>
            <pc:docMk/>
            <pc:sldMk cId="279438286" sldId="749"/>
            <ac:spMk id="5" creationId="{00000000-0000-0000-0000-000000000000}"/>
          </ac:spMkLst>
        </pc:spChg>
        <pc:picChg chg="add mod">
          <ac:chgData name="NV Nhận" userId="ef425cf36cd38040" providerId="LiveId" clId="{181914FC-3BFC-49FE-86CF-EE08CF42E5B0}" dt="2025-11-02T09:37:23.116" v="415" actId="1076"/>
          <ac:picMkLst>
            <pc:docMk/>
            <pc:sldMk cId="279438286" sldId="749"/>
            <ac:picMk id="2050" creationId="{A62FE963-458B-4FDF-864A-91CF1520259A}"/>
          </ac:picMkLst>
        </pc:picChg>
      </pc:sldChg>
      <pc:sldChg chg="modSp add del mod">
        <pc:chgData name="NV Nhận" userId="ef425cf36cd38040" providerId="LiveId" clId="{181914FC-3BFC-49FE-86CF-EE08CF42E5B0}" dt="2025-11-02T09:37:08.696" v="410" actId="47"/>
        <pc:sldMkLst>
          <pc:docMk/>
          <pc:sldMk cId="3779876726" sldId="749"/>
        </pc:sldMkLst>
        <pc:spChg chg="mod">
          <ac:chgData name="NV Nhận" userId="ef425cf36cd38040" providerId="LiveId" clId="{181914FC-3BFC-49FE-86CF-EE08CF42E5B0}" dt="2025-11-02T09:35:20.445" v="408" actId="20577"/>
          <ac:spMkLst>
            <pc:docMk/>
            <pc:sldMk cId="3779876726" sldId="749"/>
            <ac:spMk id="7" creationId="{00000000-0000-0000-0000-000000000000}"/>
          </ac:spMkLst>
        </pc:spChg>
      </pc:sldChg>
      <pc:sldChg chg="addSp modSp add mod">
        <pc:chgData name="NV Nhận" userId="ef425cf36cd38040" providerId="LiveId" clId="{181914FC-3BFC-49FE-86CF-EE08CF42E5B0}" dt="2025-11-02T10:14:36.900" v="1127" actId="14100"/>
        <pc:sldMkLst>
          <pc:docMk/>
          <pc:sldMk cId="2743258260" sldId="750"/>
        </pc:sldMkLst>
        <pc:spChg chg="mod">
          <ac:chgData name="NV Nhận" userId="ef425cf36cd38040" providerId="LiveId" clId="{181914FC-3BFC-49FE-86CF-EE08CF42E5B0}" dt="2025-11-02T09:43:46.083" v="542" actId="20577"/>
          <ac:spMkLst>
            <pc:docMk/>
            <pc:sldMk cId="2743258260" sldId="750"/>
            <ac:spMk id="4" creationId="{00000000-0000-0000-0000-000000000000}"/>
          </ac:spMkLst>
        </pc:spChg>
        <pc:spChg chg="mod">
          <ac:chgData name="NV Nhận" userId="ef425cf36cd38040" providerId="LiveId" clId="{181914FC-3BFC-49FE-86CF-EE08CF42E5B0}" dt="2025-11-02T09:41:53.881" v="482" actId="20577"/>
          <ac:spMkLst>
            <pc:docMk/>
            <pc:sldMk cId="2743258260" sldId="750"/>
            <ac:spMk id="7" creationId="{00000000-0000-0000-0000-000000000000}"/>
          </ac:spMkLst>
        </pc:spChg>
        <pc:picChg chg="add mod">
          <ac:chgData name="NV Nhận" userId="ef425cf36cd38040" providerId="LiveId" clId="{181914FC-3BFC-49FE-86CF-EE08CF42E5B0}" dt="2025-11-02T10:14:36.900" v="1127" actId="14100"/>
          <ac:picMkLst>
            <pc:docMk/>
            <pc:sldMk cId="2743258260" sldId="750"/>
            <ac:picMk id="3" creationId="{5C6B7D00-71AE-447B-8909-E8CD339A880F}"/>
          </ac:picMkLst>
        </pc:picChg>
        <pc:picChg chg="add mod">
          <ac:chgData name="NV Nhận" userId="ef425cf36cd38040" providerId="LiveId" clId="{181914FC-3BFC-49FE-86CF-EE08CF42E5B0}" dt="2025-11-02T10:14:32.821" v="1126" actId="1440"/>
          <ac:picMkLst>
            <pc:docMk/>
            <pc:sldMk cId="2743258260" sldId="750"/>
            <ac:picMk id="6" creationId="{3411FCFF-D9A9-4081-BE17-4C5D75A8A4E2}"/>
          </ac:picMkLst>
        </pc:picChg>
      </pc:sldChg>
      <pc:sldChg chg="addSp modSp add mod ord">
        <pc:chgData name="NV Nhận" userId="ef425cf36cd38040" providerId="LiveId" clId="{181914FC-3BFC-49FE-86CF-EE08CF42E5B0}" dt="2025-11-02T09:56:51.839" v="818" actId="113"/>
        <pc:sldMkLst>
          <pc:docMk/>
          <pc:sldMk cId="2930759266" sldId="751"/>
        </pc:sldMkLst>
        <pc:spChg chg="mod">
          <ac:chgData name="NV Nhận" userId="ef425cf36cd38040" providerId="LiveId" clId="{181914FC-3BFC-49FE-86CF-EE08CF42E5B0}" dt="2025-11-02T09:56:51.839" v="818" actId="113"/>
          <ac:spMkLst>
            <pc:docMk/>
            <pc:sldMk cId="2930759266" sldId="751"/>
            <ac:spMk id="4" creationId="{00000000-0000-0000-0000-000000000000}"/>
          </ac:spMkLst>
        </pc:spChg>
        <pc:spChg chg="mod">
          <ac:chgData name="NV Nhận" userId="ef425cf36cd38040" providerId="LiveId" clId="{181914FC-3BFC-49FE-86CF-EE08CF42E5B0}" dt="2025-11-02T09:46:11.474" v="596" actId="20577"/>
          <ac:spMkLst>
            <pc:docMk/>
            <pc:sldMk cId="2930759266" sldId="751"/>
            <ac:spMk id="7" creationId="{00000000-0000-0000-0000-000000000000}"/>
          </ac:spMkLst>
        </pc:spChg>
        <pc:picChg chg="add mod modCrop">
          <ac:chgData name="NV Nhận" userId="ef425cf36cd38040" providerId="LiveId" clId="{181914FC-3BFC-49FE-86CF-EE08CF42E5B0}" dt="2025-11-02T09:56:44.646" v="816" actId="1076"/>
          <ac:picMkLst>
            <pc:docMk/>
            <pc:sldMk cId="2930759266" sldId="751"/>
            <ac:picMk id="3" creationId="{76E59DF8-3F28-4FBE-8E88-956248CEDAEE}"/>
          </ac:picMkLst>
        </pc:picChg>
      </pc:sldChg>
      <pc:sldChg chg="addSp delSp modSp add modNotesTx">
        <pc:chgData name="NV Nhận" userId="ef425cf36cd38040" providerId="LiveId" clId="{181914FC-3BFC-49FE-86CF-EE08CF42E5B0}" dt="2025-11-02T09:50:13.133" v="808" actId="20577"/>
        <pc:sldMkLst>
          <pc:docMk/>
          <pc:sldMk cId="3384381639" sldId="752"/>
        </pc:sldMkLst>
        <pc:picChg chg="del">
          <ac:chgData name="NV Nhận" userId="ef425cf36cd38040" providerId="LiveId" clId="{181914FC-3BFC-49FE-86CF-EE08CF42E5B0}" dt="2025-11-02T09:50:05.439" v="804" actId="478"/>
          <ac:picMkLst>
            <pc:docMk/>
            <pc:sldMk cId="3384381639" sldId="752"/>
            <ac:picMk id="2050" creationId="{A62FE963-458B-4FDF-864A-91CF1520259A}"/>
          </ac:picMkLst>
        </pc:picChg>
        <pc:picChg chg="add mod">
          <ac:chgData name="NV Nhận" userId="ef425cf36cd38040" providerId="LiveId" clId="{181914FC-3BFC-49FE-86CF-EE08CF42E5B0}" dt="2025-11-02T09:50:11.555" v="807" actId="1076"/>
          <ac:picMkLst>
            <pc:docMk/>
            <pc:sldMk cId="3384381639" sldId="752"/>
            <ac:picMk id="5122" creationId="{7FACDE4D-D5D3-4E0E-B82F-08E90C3AA02F}"/>
          </ac:picMkLst>
        </pc:picChg>
      </pc:sldChg>
      <pc:sldChg chg="delSp modSp add mod modNotesTx">
        <pc:chgData name="NV Nhận" userId="ef425cf36cd38040" providerId="LiveId" clId="{181914FC-3BFC-49FE-86CF-EE08CF42E5B0}" dt="2025-11-02T09:59:51.702" v="861"/>
        <pc:sldMkLst>
          <pc:docMk/>
          <pc:sldMk cId="2084477755" sldId="753"/>
        </pc:sldMkLst>
        <pc:spChg chg="mod">
          <ac:chgData name="NV Nhận" userId="ef425cf36cd38040" providerId="LiveId" clId="{181914FC-3BFC-49FE-86CF-EE08CF42E5B0}" dt="2025-11-02T09:59:41.449" v="860" actId="114"/>
          <ac:spMkLst>
            <pc:docMk/>
            <pc:sldMk cId="2084477755" sldId="753"/>
            <ac:spMk id="4" creationId="{00000000-0000-0000-0000-000000000000}"/>
          </ac:spMkLst>
        </pc:spChg>
        <pc:spChg chg="mod">
          <ac:chgData name="NV Nhận" userId="ef425cf36cd38040" providerId="LiveId" clId="{181914FC-3BFC-49FE-86CF-EE08CF42E5B0}" dt="2025-11-02T09:57:42.602" v="841" actId="20577"/>
          <ac:spMkLst>
            <pc:docMk/>
            <pc:sldMk cId="2084477755" sldId="753"/>
            <ac:spMk id="7" creationId="{00000000-0000-0000-0000-000000000000}"/>
          </ac:spMkLst>
        </pc:spChg>
        <pc:picChg chg="del">
          <ac:chgData name="NV Nhận" userId="ef425cf36cd38040" providerId="LiveId" clId="{181914FC-3BFC-49FE-86CF-EE08CF42E5B0}" dt="2025-11-02T09:57:38.094" v="820" actId="478"/>
          <ac:picMkLst>
            <pc:docMk/>
            <pc:sldMk cId="2084477755" sldId="753"/>
            <ac:picMk id="3" creationId="{76E59DF8-3F28-4FBE-8E88-956248CEDAEE}"/>
          </ac:picMkLst>
        </pc:picChg>
      </pc:sldChg>
      <pc:sldChg chg="addSp delSp modSp add mod modNotesTx">
        <pc:chgData name="NV Nhận" userId="ef425cf36cd38040" providerId="LiveId" clId="{181914FC-3BFC-49FE-86CF-EE08CF42E5B0}" dt="2025-11-02T10:03:40.652" v="880" actId="1076"/>
        <pc:sldMkLst>
          <pc:docMk/>
          <pc:sldMk cId="660435214" sldId="754"/>
        </pc:sldMkLst>
        <pc:spChg chg="del mod">
          <ac:chgData name="NV Nhận" userId="ef425cf36cd38040" providerId="LiveId" clId="{181914FC-3BFC-49FE-86CF-EE08CF42E5B0}" dt="2025-11-02T10:02:03.248" v="866"/>
          <ac:spMkLst>
            <pc:docMk/>
            <pc:sldMk cId="660435214" sldId="754"/>
            <ac:spMk id="4" creationId="{00000000-0000-0000-0000-000000000000}"/>
          </ac:spMkLst>
        </pc:spChg>
        <pc:picChg chg="add mod">
          <ac:chgData name="NV Nhận" userId="ef425cf36cd38040" providerId="LiveId" clId="{181914FC-3BFC-49FE-86CF-EE08CF42E5B0}" dt="2025-11-02T10:03:06.796" v="875" actId="1076"/>
          <ac:picMkLst>
            <pc:docMk/>
            <pc:sldMk cId="660435214" sldId="754"/>
            <ac:picMk id="3" creationId="{8624F990-84B0-4476-8262-BF99A995E3C2}"/>
          </ac:picMkLst>
        </pc:picChg>
        <pc:picChg chg="add del mod">
          <ac:chgData name="NV Nhận" userId="ef425cf36cd38040" providerId="LiveId" clId="{181914FC-3BFC-49FE-86CF-EE08CF42E5B0}" dt="2025-11-02T10:03:11.064" v="876" actId="478"/>
          <ac:picMkLst>
            <pc:docMk/>
            <pc:sldMk cId="660435214" sldId="754"/>
            <ac:picMk id="6" creationId="{16A16FF9-79C2-4C00-B4A4-DF3F6512CBF1}"/>
          </ac:picMkLst>
        </pc:picChg>
        <pc:picChg chg="add mod">
          <ac:chgData name="NV Nhận" userId="ef425cf36cd38040" providerId="LiveId" clId="{181914FC-3BFC-49FE-86CF-EE08CF42E5B0}" dt="2025-11-02T10:03:40.652" v="880" actId="1076"/>
          <ac:picMkLst>
            <pc:docMk/>
            <pc:sldMk cId="660435214" sldId="754"/>
            <ac:picMk id="9" creationId="{281BF4D6-9452-47BF-81E9-8C80BCB63AB0}"/>
          </ac:picMkLst>
        </pc:picChg>
      </pc:sldChg>
      <pc:sldChg chg="delSp modSp add del mod">
        <pc:chgData name="NV Nhận" userId="ef425cf36cd38040" providerId="LiveId" clId="{181914FC-3BFC-49FE-86CF-EE08CF42E5B0}" dt="2025-11-02T10:04:59.019" v="940" actId="47"/>
        <pc:sldMkLst>
          <pc:docMk/>
          <pc:sldMk cId="785998157" sldId="755"/>
        </pc:sldMkLst>
        <pc:spChg chg="mod">
          <ac:chgData name="NV Nhận" userId="ef425cf36cd38040" providerId="LiveId" clId="{181914FC-3BFC-49FE-86CF-EE08CF42E5B0}" dt="2025-11-02T10:04:34.218" v="936" actId="20577"/>
          <ac:spMkLst>
            <pc:docMk/>
            <pc:sldMk cId="785998157" sldId="755"/>
            <ac:spMk id="7" creationId="{00000000-0000-0000-0000-000000000000}"/>
          </ac:spMkLst>
        </pc:spChg>
        <pc:picChg chg="del">
          <ac:chgData name="NV Nhận" userId="ef425cf36cd38040" providerId="LiveId" clId="{181914FC-3BFC-49FE-86CF-EE08CF42E5B0}" dt="2025-11-02T10:04:24.109" v="883" actId="478"/>
          <ac:picMkLst>
            <pc:docMk/>
            <pc:sldMk cId="785998157" sldId="755"/>
            <ac:picMk id="3" creationId="{8624F990-84B0-4476-8262-BF99A995E3C2}"/>
          </ac:picMkLst>
        </pc:picChg>
        <pc:picChg chg="del">
          <ac:chgData name="NV Nhận" userId="ef425cf36cd38040" providerId="LiveId" clId="{181914FC-3BFC-49FE-86CF-EE08CF42E5B0}" dt="2025-11-02T10:04:23.473" v="882" actId="478"/>
          <ac:picMkLst>
            <pc:docMk/>
            <pc:sldMk cId="785998157" sldId="755"/>
            <ac:picMk id="9" creationId="{281BF4D6-9452-47BF-81E9-8C80BCB63AB0}"/>
          </ac:picMkLst>
        </pc:picChg>
      </pc:sldChg>
      <pc:sldChg chg="addSp modSp add mod ord modNotesTx">
        <pc:chgData name="NV Nhận" userId="ef425cf36cd38040" providerId="LiveId" clId="{181914FC-3BFC-49FE-86CF-EE08CF42E5B0}" dt="2025-11-02T10:14:18.317" v="1124" actId="1440"/>
        <pc:sldMkLst>
          <pc:docMk/>
          <pc:sldMk cId="4221164814" sldId="756"/>
        </pc:sldMkLst>
        <pc:spChg chg="mod">
          <ac:chgData name="NV Nhận" userId="ef425cf36cd38040" providerId="LiveId" clId="{181914FC-3BFC-49FE-86CF-EE08CF42E5B0}" dt="2025-11-02T10:06:13.626" v="1106" actId="20577"/>
          <ac:spMkLst>
            <pc:docMk/>
            <pc:sldMk cId="4221164814" sldId="756"/>
            <ac:spMk id="4" creationId="{00000000-0000-0000-0000-000000000000}"/>
          </ac:spMkLst>
        </pc:spChg>
        <pc:spChg chg="mod">
          <ac:chgData name="NV Nhận" userId="ef425cf36cd38040" providerId="LiveId" clId="{181914FC-3BFC-49FE-86CF-EE08CF42E5B0}" dt="2025-11-02T10:05:06.021" v="992" actId="20577"/>
          <ac:spMkLst>
            <pc:docMk/>
            <pc:sldMk cId="4221164814" sldId="756"/>
            <ac:spMk id="7" creationId="{00000000-0000-0000-0000-000000000000}"/>
          </ac:spMkLst>
        </pc:spChg>
        <pc:picChg chg="add mod">
          <ac:chgData name="NV Nhận" userId="ef425cf36cd38040" providerId="LiveId" clId="{181914FC-3BFC-49FE-86CF-EE08CF42E5B0}" dt="2025-11-02T10:14:18.317" v="1124" actId="1440"/>
          <ac:picMkLst>
            <pc:docMk/>
            <pc:sldMk cId="4221164814" sldId="756"/>
            <ac:picMk id="3" creationId="{CF422471-D5D9-40D3-9408-BC917A2740F6}"/>
          </ac:picMkLst>
        </pc:picChg>
      </pc:sldChg>
      <pc:sldChg chg="addSp delSp modSp add mod">
        <pc:chgData name="NV Nhận" userId="ef425cf36cd38040" providerId="LiveId" clId="{181914FC-3BFC-49FE-86CF-EE08CF42E5B0}" dt="2025-11-02T10:14:14.211" v="1123" actId="1440"/>
        <pc:sldMkLst>
          <pc:docMk/>
          <pc:sldMk cId="3773478177" sldId="757"/>
        </pc:sldMkLst>
        <pc:spChg chg="del mod">
          <ac:chgData name="NV Nhận" userId="ef425cf36cd38040" providerId="LiveId" clId="{181914FC-3BFC-49FE-86CF-EE08CF42E5B0}" dt="2025-11-02T10:13:33.501" v="1116"/>
          <ac:spMkLst>
            <pc:docMk/>
            <pc:sldMk cId="3773478177" sldId="757"/>
            <ac:spMk id="4" creationId="{00000000-0000-0000-0000-000000000000}"/>
          </ac:spMkLst>
        </pc:spChg>
        <pc:picChg chg="del">
          <ac:chgData name="NV Nhận" userId="ef425cf36cd38040" providerId="LiveId" clId="{181914FC-3BFC-49FE-86CF-EE08CF42E5B0}" dt="2025-11-02T10:13:33.501" v="1114" actId="478"/>
          <ac:picMkLst>
            <pc:docMk/>
            <pc:sldMk cId="3773478177" sldId="757"/>
            <ac:picMk id="3" creationId="{CF422471-D5D9-40D3-9408-BC917A2740F6}"/>
          </ac:picMkLst>
        </pc:picChg>
        <pc:picChg chg="add mod">
          <ac:chgData name="NV Nhận" userId="ef425cf36cd38040" providerId="LiveId" clId="{181914FC-3BFC-49FE-86CF-EE08CF42E5B0}" dt="2025-11-02T10:14:14.211" v="1123" actId="1440"/>
          <ac:picMkLst>
            <pc:docMk/>
            <pc:sldMk cId="3773478177" sldId="757"/>
            <ac:picMk id="5" creationId="{BDCE3B66-C458-4DEB-9817-C849C462AE23}"/>
          </ac:picMkLst>
        </pc:picChg>
        <pc:picChg chg="add mod">
          <ac:chgData name="NV Nhận" userId="ef425cf36cd38040" providerId="LiveId" clId="{181914FC-3BFC-49FE-86CF-EE08CF42E5B0}" dt="2025-11-02T10:14:11.679" v="1122" actId="1076"/>
          <ac:picMkLst>
            <pc:docMk/>
            <pc:sldMk cId="3773478177" sldId="757"/>
            <ac:picMk id="8" creationId="{3BDB0486-92E0-4F8A-A55C-9600EED47EF0}"/>
          </ac:picMkLst>
        </pc:picChg>
      </pc:sldChg>
      <pc:sldChg chg="delSp modSp add del mod ord">
        <pc:chgData name="NV Nhận" userId="ef425cf36cd38040" providerId="LiveId" clId="{181914FC-3BFC-49FE-86CF-EE08CF42E5B0}" dt="2025-11-02T10:17:25.340" v="1171" actId="47"/>
        <pc:sldMkLst>
          <pc:docMk/>
          <pc:sldMk cId="4231555923" sldId="758"/>
        </pc:sldMkLst>
        <pc:spChg chg="mod">
          <ac:chgData name="NV Nhận" userId="ef425cf36cd38040" providerId="LiveId" clId="{181914FC-3BFC-49FE-86CF-EE08CF42E5B0}" dt="2025-11-02T10:15:05.656" v="1147" actId="20577"/>
          <ac:spMkLst>
            <pc:docMk/>
            <pc:sldMk cId="4231555923" sldId="758"/>
            <ac:spMk id="7" creationId="{00000000-0000-0000-0000-000000000000}"/>
          </ac:spMkLst>
        </pc:spChg>
        <pc:picChg chg="del">
          <ac:chgData name="NV Nhận" userId="ef425cf36cd38040" providerId="LiveId" clId="{181914FC-3BFC-49FE-86CF-EE08CF42E5B0}" dt="2025-11-02T10:15:07.009" v="1148" actId="478"/>
          <ac:picMkLst>
            <pc:docMk/>
            <pc:sldMk cId="4231555923" sldId="758"/>
            <ac:picMk id="3" creationId="{CF422471-D5D9-40D3-9408-BC917A2740F6}"/>
          </ac:picMkLst>
        </pc:picChg>
      </pc:sldChg>
      <pc:sldChg chg="modSp add mod ord">
        <pc:chgData name="NV Nhận" userId="ef425cf36cd38040" providerId="LiveId" clId="{181914FC-3BFC-49FE-86CF-EE08CF42E5B0}" dt="2025-11-02T10:17:13.016" v="1167" actId="20577"/>
        <pc:sldMkLst>
          <pc:docMk/>
          <pc:sldMk cId="2618480372" sldId="759"/>
        </pc:sldMkLst>
        <pc:spChg chg="mod">
          <ac:chgData name="NV Nhận" userId="ef425cf36cd38040" providerId="LiveId" clId="{181914FC-3BFC-49FE-86CF-EE08CF42E5B0}" dt="2025-11-02T10:17:13.016" v="1167" actId="20577"/>
          <ac:spMkLst>
            <pc:docMk/>
            <pc:sldMk cId="2618480372" sldId="759"/>
            <ac:spMk id="4" creationId="{00000000-0000-0000-0000-000000000000}"/>
          </ac:spMkLst>
        </pc:spChg>
      </pc:sldChg>
      <pc:sldChg chg="addSp delSp modSp add mod ord">
        <pc:chgData name="NV Nhận" userId="ef425cf36cd38040" providerId="LiveId" clId="{181914FC-3BFC-49FE-86CF-EE08CF42E5B0}" dt="2025-11-02T10:48:22.309" v="1410"/>
        <pc:sldMkLst>
          <pc:docMk/>
          <pc:sldMk cId="3522812075" sldId="760"/>
        </pc:sldMkLst>
        <pc:spChg chg="mod">
          <ac:chgData name="NV Nhận" userId="ef425cf36cd38040" providerId="LiveId" clId="{181914FC-3BFC-49FE-86CF-EE08CF42E5B0}" dt="2025-11-02T10:18:40.664" v="1333" actId="20577"/>
          <ac:spMkLst>
            <pc:docMk/>
            <pc:sldMk cId="3522812075" sldId="760"/>
            <ac:spMk id="4" creationId="{00000000-0000-0000-0000-000000000000}"/>
          </ac:spMkLst>
        </pc:spChg>
        <pc:picChg chg="add del mod">
          <ac:chgData name="NV Nhận" userId="ef425cf36cd38040" providerId="LiveId" clId="{181914FC-3BFC-49FE-86CF-EE08CF42E5B0}" dt="2025-11-02T10:48:21.911" v="1409" actId="478"/>
          <ac:picMkLst>
            <pc:docMk/>
            <pc:sldMk cId="3522812075" sldId="760"/>
            <ac:picMk id="5" creationId="{30F6A8DE-1ED6-45D0-AAE0-A6026A2E6C74}"/>
          </ac:picMkLst>
        </pc:picChg>
        <pc:picChg chg="add mod">
          <ac:chgData name="NV Nhận" userId="ef425cf36cd38040" providerId="LiveId" clId="{181914FC-3BFC-49FE-86CF-EE08CF42E5B0}" dt="2025-11-02T10:48:22.309" v="1410"/>
          <ac:picMkLst>
            <pc:docMk/>
            <pc:sldMk cId="3522812075" sldId="760"/>
            <ac:picMk id="6" creationId="{2ACEDC3B-792E-4E73-B668-2EA2E0290D46}"/>
          </ac:picMkLst>
        </pc:picChg>
      </pc:sldChg>
      <pc:sldChg chg="addSp delSp modSp add mod modNotesTx">
        <pc:chgData name="NV Nhận" userId="ef425cf36cd38040" providerId="LiveId" clId="{181914FC-3BFC-49FE-86CF-EE08CF42E5B0}" dt="2025-11-02T10:48:45.559" v="1417" actId="20577"/>
        <pc:sldMkLst>
          <pc:docMk/>
          <pc:sldMk cId="1650060353" sldId="761"/>
        </pc:sldMkLst>
        <pc:spChg chg="add del mod">
          <ac:chgData name="NV Nhận" userId="ef425cf36cd38040" providerId="LiveId" clId="{181914FC-3BFC-49FE-86CF-EE08CF42E5B0}" dt="2025-11-02T10:19:17.014" v="1368"/>
          <ac:spMkLst>
            <pc:docMk/>
            <pc:sldMk cId="1650060353" sldId="761"/>
            <ac:spMk id="2" creationId="{EC049F74-48D7-4EAE-9D81-79BA2672CF86}"/>
          </ac:spMkLst>
        </pc:spChg>
        <pc:spChg chg="add del">
          <ac:chgData name="NV Nhận" userId="ef425cf36cd38040" providerId="LiveId" clId="{181914FC-3BFC-49FE-86CF-EE08CF42E5B0}" dt="2025-11-02T10:19:23.187" v="1370"/>
          <ac:spMkLst>
            <pc:docMk/>
            <pc:sldMk cId="1650060353" sldId="761"/>
            <ac:spMk id="3" creationId="{35B9B427-3E28-4669-A6DE-E971E24D2CFC}"/>
          </ac:spMkLst>
        </pc:spChg>
        <pc:spChg chg="mod">
          <ac:chgData name="NV Nhận" userId="ef425cf36cd38040" providerId="LiveId" clId="{181914FC-3BFC-49FE-86CF-EE08CF42E5B0}" dt="2025-11-02T10:48:45.559" v="1417" actId="20577"/>
          <ac:spMkLst>
            <pc:docMk/>
            <pc:sldMk cId="1650060353" sldId="761"/>
            <ac:spMk id="4" creationId="{00000000-0000-0000-0000-000000000000}"/>
          </ac:spMkLst>
        </pc:spChg>
        <pc:spChg chg="add del">
          <ac:chgData name="NV Nhận" userId="ef425cf36cd38040" providerId="LiveId" clId="{181914FC-3BFC-49FE-86CF-EE08CF42E5B0}" dt="2025-11-02T10:19:25.048" v="1372"/>
          <ac:spMkLst>
            <pc:docMk/>
            <pc:sldMk cId="1650060353" sldId="761"/>
            <ac:spMk id="5" creationId="{157BA7D9-5882-4E87-A562-35A93D861D15}"/>
          </ac:spMkLst>
        </pc:spChg>
        <pc:spChg chg="add del">
          <ac:chgData name="NV Nhận" userId="ef425cf36cd38040" providerId="LiveId" clId="{181914FC-3BFC-49FE-86CF-EE08CF42E5B0}" dt="2025-11-02T10:19:43.641" v="1374"/>
          <ac:spMkLst>
            <pc:docMk/>
            <pc:sldMk cId="1650060353" sldId="761"/>
            <ac:spMk id="6" creationId="{07BF4829-0CC0-4254-8A5E-9123BADB0883}"/>
          </ac:spMkLst>
        </pc:spChg>
        <pc:spChg chg="mod">
          <ac:chgData name="NV Nhận" userId="ef425cf36cd38040" providerId="LiveId" clId="{181914FC-3BFC-49FE-86CF-EE08CF42E5B0}" dt="2025-11-02T10:19:15.885" v="1367" actId="14100"/>
          <ac:spMkLst>
            <pc:docMk/>
            <pc:sldMk cId="1650060353" sldId="761"/>
            <ac:spMk id="7" creationId="{00000000-0000-0000-0000-000000000000}"/>
          </ac:spMkLst>
        </pc:spChg>
        <pc:spChg chg="add del">
          <ac:chgData name="NV Nhận" userId="ef425cf36cd38040" providerId="LiveId" clId="{181914FC-3BFC-49FE-86CF-EE08CF42E5B0}" dt="2025-11-02T10:20:07.106" v="1378"/>
          <ac:spMkLst>
            <pc:docMk/>
            <pc:sldMk cId="1650060353" sldId="761"/>
            <ac:spMk id="9" creationId="{C683EFBD-32F7-4EF0-B00F-59209D6F2E84}"/>
          </ac:spMkLst>
        </pc:spChg>
        <pc:spChg chg="add del">
          <ac:chgData name="NV Nhận" userId="ef425cf36cd38040" providerId="LiveId" clId="{181914FC-3BFC-49FE-86CF-EE08CF42E5B0}" dt="2025-11-02T10:20:00.911" v="1376" actId="22"/>
          <ac:spMkLst>
            <pc:docMk/>
            <pc:sldMk cId="1650060353" sldId="761"/>
            <ac:spMk id="10" creationId="{978C67BA-71EA-40EF-BCD4-3A76BD6E8A1C}"/>
          </ac:spMkLst>
        </pc:spChg>
        <pc:spChg chg="add del mod">
          <ac:chgData name="NV Nhận" userId="ef425cf36cd38040" providerId="LiveId" clId="{181914FC-3BFC-49FE-86CF-EE08CF42E5B0}" dt="2025-11-02T10:20:12.148" v="1380"/>
          <ac:spMkLst>
            <pc:docMk/>
            <pc:sldMk cId="1650060353" sldId="761"/>
            <ac:spMk id="11" creationId="{6298D972-99AE-4D85-A03E-6A9A36D30426}"/>
          </ac:spMkLst>
        </pc:spChg>
        <pc:picChg chg="add mod ord">
          <ac:chgData name="NV Nhận" userId="ef425cf36cd38040" providerId="LiveId" clId="{181914FC-3BFC-49FE-86CF-EE08CF42E5B0}" dt="2025-11-02T10:48:17.560" v="1408" actId="14100"/>
          <ac:picMkLst>
            <pc:docMk/>
            <pc:sldMk cId="1650060353" sldId="761"/>
            <ac:picMk id="13" creationId="{367BA851-9349-44DC-B537-4A4FE1EE3287}"/>
          </ac:picMkLst>
        </pc:picChg>
      </pc:sldChg>
      <pc:sldChg chg="addSp delSp modSp add mod modNotesTx">
        <pc:chgData name="NV Nhận" userId="ef425cf36cd38040" providerId="LiveId" clId="{181914FC-3BFC-49FE-86CF-EE08CF42E5B0}" dt="2025-11-02T10:49:44.080" v="1426" actId="1440"/>
        <pc:sldMkLst>
          <pc:docMk/>
          <pc:sldMk cId="995349330" sldId="762"/>
        </pc:sldMkLst>
        <pc:spChg chg="del mod">
          <ac:chgData name="NV Nhận" userId="ef425cf36cd38040" providerId="LiveId" clId="{181914FC-3BFC-49FE-86CF-EE08CF42E5B0}" dt="2025-11-02T10:49:30.487" v="1423"/>
          <ac:spMkLst>
            <pc:docMk/>
            <pc:sldMk cId="995349330" sldId="762"/>
            <ac:spMk id="4" creationId="{00000000-0000-0000-0000-000000000000}"/>
          </ac:spMkLst>
        </pc:spChg>
        <pc:picChg chg="del">
          <ac:chgData name="NV Nhận" userId="ef425cf36cd38040" providerId="LiveId" clId="{181914FC-3BFC-49FE-86CF-EE08CF42E5B0}" dt="2025-11-02T10:49:30.487" v="1421" actId="478"/>
          <ac:picMkLst>
            <pc:docMk/>
            <pc:sldMk cId="995349330" sldId="762"/>
            <ac:picMk id="13" creationId="{367BA851-9349-44DC-B537-4A4FE1EE3287}"/>
          </ac:picMkLst>
        </pc:picChg>
        <pc:picChg chg="add mod">
          <ac:chgData name="NV Nhận" userId="ef425cf36cd38040" providerId="LiveId" clId="{181914FC-3BFC-49FE-86CF-EE08CF42E5B0}" dt="2025-11-02T10:49:44.080" v="1426" actId="1440"/>
          <ac:picMkLst>
            <pc:docMk/>
            <pc:sldMk cId="995349330" sldId="762"/>
            <ac:picMk id="7170" creationId="{B7A4D847-2E45-4CDB-8E45-5776D0EE3011}"/>
          </ac:picMkLst>
        </pc:picChg>
      </pc:sldChg>
      <pc:sldChg chg="addSp delSp modSp add mod ord modNotesTx">
        <pc:chgData name="NV Nhận" userId="ef425cf36cd38040" providerId="LiveId" clId="{181914FC-3BFC-49FE-86CF-EE08CF42E5B0}" dt="2025-11-02T10:54:43.489" v="1547" actId="1440"/>
        <pc:sldMkLst>
          <pc:docMk/>
          <pc:sldMk cId="4095667632" sldId="763"/>
        </pc:sldMkLst>
        <pc:spChg chg="mod">
          <ac:chgData name="NV Nhận" userId="ef425cf36cd38040" providerId="LiveId" clId="{181914FC-3BFC-49FE-86CF-EE08CF42E5B0}" dt="2025-11-02T10:54:06.269" v="1542" actId="1076"/>
          <ac:spMkLst>
            <pc:docMk/>
            <pc:sldMk cId="4095667632" sldId="763"/>
            <ac:spMk id="4" creationId="{00000000-0000-0000-0000-000000000000}"/>
          </ac:spMkLst>
        </pc:spChg>
        <pc:spChg chg="mod">
          <ac:chgData name="NV Nhận" userId="ef425cf36cd38040" providerId="LiveId" clId="{181914FC-3BFC-49FE-86CF-EE08CF42E5B0}" dt="2025-11-02T10:50:48.962" v="1458" actId="20577"/>
          <ac:spMkLst>
            <pc:docMk/>
            <pc:sldMk cId="4095667632" sldId="763"/>
            <ac:spMk id="7" creationId="{00000000-0000-0000-0000-000000000000}"/>
          </ac:spMkLst>
        </pc:spChg>
        <pc:picChg chg="add mod">
          <ac:chgData name="NV Nhận" userId="ef425cf36cd38040" providerId="LiveId" clId="{181914FC-3BFC-49FE-86CF-EE08CF42E5B0}" dt="2025-11-02T10:54:12.111" v="1544" actId="1440"/>
          <ac:picMkLst>
            <pc:docMk/>
            <pc:sldMk cId="4095667632" sldId="763"/>
            <ac:picMk id="3" creationId="{4144BFAE-52B0-4D9F-B5A3-6EEA64E97EB6}"/>
          </ac:picMkLst>
        </pc:picChg>
        <pc:picChg chg="add mod">
          <ac:chgData name="NV Nhận" userId="ef425cf36cd38040" providerId="LiveId" clId="{181914FC-3BFC-49FE-86CF-EE08CF42E5B0}" dt="2025-11-02T10:54:43.489" v="1547" actId="1440"/>
          <ac:picMkLst>
            <pc:docMk/>
            <pc:sldMk cId="4095667632" sldId="763"/>
            <ac:picMk id="6" creationId="{EE5C5A9B-BFDC-47C5-946E-EC42D6E7D01C}"/>
          </ac:picMkLst>
        </pc:picChg>
        <pc:picChg chg="del">
          <ac:chgData name="NV Nhận" userId="ef425cf36cd38040" providerId="LiveId" clId="{181914FC-3BFC-49FE-86CF-EE08CF42E5B0}" dt="2025-11-02T10:51:30.608" v="1465" actId="478"/>
          <ac:picMkLst>
            <pc:docMk/>
            <pc:sldMk cId="4095667632" sldId="763"/>
            <ac:picMk id="13" creationId="{367BA851-9349-44DC-B537-4A4FE1EE3287}"/>
          </ac:picMkLst>
        </pc:picChg>
      </pc:sldChg>
      <pc:sldChg chg="addSp delSp modSp add mod">
        <pc:chgData name="NV Nhận" userId="ef425cf36cd38040" providerId="LiveId" clId="{181914FC-3BFC-49FE-86CF-EE08CF42E5B0}" dt="2025-11-02T10:56:02.901" v="1559"/>
        <pc:sldMkLst>
          <pc:docMk/>
          <pc:sldMk cId="3188527164" sldId="764"/>
        </pc:sldMkLst>
        <pc:spChg chg="del mod">
          <ac:chgData name="NV Nhận" userId="ef425cf36cd38040" providerId="LiveId" clId="{181914FC-3BFC-49FE-86CF-EE08CF42E5B0}" dt="2025-11-02T10:56:02.901" v="1559"/>
          <ac:spMkLst>
            <pc:docMk/>
            <pc:sldMk cId="3188527164" sldId="764"/>
            <ac:spMk id="4" creationId="{00000000-0000-0000-0000-000000000000}"/>
          </ac:spMkLst>
        </pc:spChg>
        <pc:picChg chg="del">
          <ac:chgData name="NV Nhận" userId="ef425cf36cd38040" providerId="LiveId" clId="{181914FC-3BFC-49FE-86CF-EE08CF42E5B0}" dt="2025-11-02T10:55:37.201" v="1549" actId="478"/>
          <ac:picMkLst>
            <pc:docMk/>
            <pc:sldMk cId="3188527164" sldId="764"/>
            <ac:picMk id="3" creationId="{4144BFAE-52B0-4D9F-B5A3-6EEA64E97EB6}"/>
          </ac:picMkLst>
        </pc:picChg>
        <pc:picChg chg="add mod">
          <ac:chgData name="NV Nhận" userId="ef425cf36cd38040" providerId="LiveId" clId="{181914FC-3BFC-49FE-86CF-EE08CF42E5B0}" dt="2025-11-02T10:56:02.107" v="1557" actId="1440"/>
          <ac:picMkLst>
            <pc:docMk/>
            <pc:sldMk cId="3188527164" sldId="764"/>
            <ac:picMk id="5" creationId="{CDA964AF-22D1-44F1-B1D7-83EDEB0C8C62}"/>
          </ac:picMkLst>
        </pc:picChg>
        <pc:picChg chg="del">
          <ac:chgData name="NV Nhận" userId="ef425cf36cd38040" providerId="LiveId" clId="{181914FC-3BFC-49FE-86CF-EE08CF42E5B0}" dt="2025-11-02T10:55:37.646" v="1550" actId="478"/>
          <ac:picMkLst>
            <pc:docMk/>
            <pc:sldMk cId="3188527164" sldId="764"/>
            <ac:picMk id="6" creationId="{EE5C5A9B-BFDC-47C5-946E-EC42D6E7D01C}"/>
          </ac:picMkLst>
        </pc:picChg>
      </pc:sldChg>
      <pc:sldChg chg="addSp delSp modSp add mod ord modNotesTx">
        <pc:chgData name="NV Nhận" userId="ef425cf36cd38040" providerId="LiveId" clId="{181914FC-3BFC-49FE-86CF-EE08CF42E5B0}" dt="2025-11-02T11:07:53.626" v="1667"/>
        <pc:sldMkLst>
          <pc:docMk/>
          <pc:sldMk cId="222439543" sldId="765"/>
        </pc:sldMkLst>
        <pc:spChg chg="mod">
          <ac:chgData name="NV Nhận" userId="ef425cf36cd38040" providerId="LiveId" clId="{181914FC-3BFC-49FE-86CF-EE08CF42E5B0}" dt="2025-11-02T10:57:39.678" v="1654" actId="20577"/>
          <ac:spMkLst>
            <pc:docMk/>
            <pc:sldMk cId="222439543" sldId="765"/>
            <ac:spMk id="4" creationId="{00000000-0000-0000-0000-000000000000}"/>
          </ac:spMkLst>
        </pc:spChg>
        <pc:spChg chg="mod">
          <ac:chgData name="NV Nhận" userId="ef425cf36cd38040" providerId="LiveId" clId="{181914FC-3BFC-49FE-86CF-EE08CF42E5B0}" dt="2025-11-02T10:57:26.227" v="1610" actId="20577"/>
          <ac:spMkLst>
            <pc:docMk/>
            <pc:sldMk cId="222439543" sldId="765"/>
            <ac:spMk id="7" creationId="{00000000-0000-0000-0000-000000000000}"/>
          </ac:spMkLst>
        </pc:spChg>
        <pc:picChg chg="del">
          <ac:chgData name="NV Nhận" userId="ef425cf36cd38040" providerId="LiveId" clId="{181914FC-3BFC-49FE-86CF-EE08CF42E5B0}" dt="2025-11-02T10:57:41.491" v="1655" actId="478"/>
          <ac:picMkLst>
            <pc:docMk/>
            <pc:sldMk cId="222439543" sldId="765"/>
            <ac:picMk id="3" creationId="{4144BFAE-52B0-4D9F-B5A3-6EEA64E97EB6}"/>
          </ac:picMkLst>
        </pc:picChg>
        <pc:picChg chg="add del mod">
          <ac:chgData name="NV Nhận" userId="ef425cf36cd38040" providerId="LiveId" clId="{181914FC-3BFC-49FE-86CF-EE08CF42E5B0}" dt="2025-11-02T11:07:01.771" v="1661" actId="478"/>
          <ac:picMkLst>
            <pc:docMk/>
            <pc:sldMk cId="222439543" sldId="765"/>
            <ac:picMk id="5" creationId="{5095F501-5572-4D06-A96A-C6381992EDA4}"/>
          </ac:picMkLst>
        </pc:picChg>
        <pc:picChg chg="del">
          <ac:chgData name="NV Nhận" userId="ef425cf36cd38040" providerId="LiveId" clId="{181914FC-3BFC-49FE-86CF-EE08CF42E5B0}" dt="2025-11-02T10:57:41.825" v="1656" actId="478"/>
          <ac:picMkLst>
            <pc:docMk/>
            <pc:sldMk cId="222439543" sldId="765"/>
            <ac:picMk id="6" creationId="{EE5C5A9B-BFDC-47C5-946E-EC42D6E7D01C}"/>
          </ac:picMkLst>
        </pc:picChg>
        <pc:picChg chg="add mod">
          <ac:chgData name="NV Nhận" userId="ef425cf36cd38040" providerId="LiveId" clId="{181914FC-3BFC-49FE-86CF-EE08CF42E5B0}" dt="2025-11-02T11:07:28.148" v="1666" actId="1440"/>
          <ac:picMkLst>
            <pc:docMk/>
            <pc:sldMk cId="222439543" sldId="765"/>
            <ac:picMk id="9" creationId="{9BB022BA-93FB-40F2-9546-0438380BFCE9}"/>
          </ac:picMkLst>
        </pc:picChg>
      </pc:sldChg>
      <pc:sldChg chg="addSp delSp modSp add mod modNotesTx">
        <pc:chgData name="NV Nhận" userId="ef425cf36cd38040" providerId="LiveId" clId="{181914FC-3BFC-49FE-86CF-EE08CF42E5B0}" dt="2025-11-02T11:09:56.602" v="1749" actId="20577"/>
        <pc:sldMkLst>
          <pc:docMk/>
          <pc:sldMk cId="2725249477" sldId="766"/>
        </pc:sldMkLst>
        <pc:spChg chg="mod">
          <ac:chgData name="NV Nhận" userId="ef425cf36cd38040" providerId="LiveId" clId="{181914FC-3BFC-49FE-86CF-EE08CF42E5B0}" dt="2025-11-02T11:08:50.272" v="1736" actId="20577"/>
          <ac:spMkLst>
            <pc:docMk/>
            <pc:sldMk cId="2725249477" sldId="766"/>
            <ac:spMk id="4" creationId="{00000000-0000-0000-0000-000000000000}"/>
          </ac:spMkLst>
        </pc:spChg>
        <pc:picChg chg="add mod">
          <ac:chgData name="NV Nhận" userId="ef425cf36cd38040" providerId="LiveId" clId="{181914FC-3BFC-49FE-86CF-EE08CF42E5B0}" dt="2025-11-02T11:09:14.217" v="1748" actId="1076"/>
          <ac:picMkLst>
            <pc:docMk/>
            <pc:sldMk cId="2725249477" sldId="766"/>
            <ac:picMk id="3" creationId="{5D87A3C7-18F0-43CF-9F5B-1B6A670BC135}"/>
          </ac:picMkLst>
        </pc:picChg>
        <pc:picChg chg="add mod">
          <ac:chgData name="NV Nhận" userId="ef425cf36cd38040" providerId="LiveId" clId="{181914FC-3BFC-49FE-86CF-EE08CF42E5B0}" dt="2025-11-02T11:09:11.876" v="1747" actId="1076"/>
          <ac:picMkLst>
            <pc:docMk/>
            <pc:sldMk cId="2725249477" sldId="766"/>
            <ac:picMk id="6" creationId="{DE7B2C17-7D61-4F17-BA94-0ED959BDDB50}"/>
          </ac:picMkLst>
        </pc:picChg>
        <pc:picChg chg="del">
          <ac:chgData name="NV Nhận" userId="ef425cf36cd38040" providerId="LiveId" clId="{181914FC-3BFC-49FE-86CF-EE08CF42E5B0}" dt="2025-11-02T11:07:59.386" v="1669" actId="478"/>
          <ac:picMkLst>
            <pc:docMk/>
            <pc:sldMk cId="2725249477" sldId="766"/>
            <ac:picMk id="9" creationId="{9BB022BA-93FB-40F2-9546-0438380BFCE9}"/>
          </ac:picMkLst>
        </pc:picChg>
      </pc:sldChg>
      <pc:sldChg chg="addSp delSp modSp add mod">
        <pc:chgData name="NV Nhận" userId="ef425cf36cd38040" providerId="LiveId" clId="{181914FC-3BFC-49FE-86CF-EE08CF42E5B0}" dt="2025-11-02T11:15:36.555" v="1890" actId="113"/>
        <pc:sldMkLst>
          <pc:docMk/>
          <pc:sldMk cId="2702213108" sldId="767"/>
        </pc:sldMkLst>
        <pc:spChg chg="mod">
          <ac:chgData name="NV Nhận" userId="ef425cf36cd38040" providerId="LiveId" clId="{181914FC-3BFC-49FE-86CF-EE08CF42E5B0}" dt="2025-11-02T11:15:36.555" v="1890" actId="113"/>
          <ac:spMkLst>
            <pc:docMk/>
            <pc:sldMk cId="2702213108" sldId="767"/>
            <ac:spMk id="4" creationId="{00000000-0000-0000-0000-000000000000}"/>
          </ac:spMkLst>
        </pc:spChg>
        <pc:spChg chg="mod">
          <ac:chgData name="NV Nhận" userId="ef425cf36cd38040" providerId="LiveId" clId="{181914FC-3BFC-49FE-86CF-EE08CF42E5B0}" dt="2025-11-02T11:10:04.203" v="1778" actId="20577"/>
          <ac:spMkLst>
            <pc:docMk/>
            <pc:sldMk cId="2702213108" sldId="767"/>
            <ac:spMk id="7" creationId="{00000000-0000-0000-0000-000000000000}"/>
          </ac:spMkLst>
        </pc:spChg>
        <pc:picChg chg="del mod">
          <ac:chgData name="NV Nhận" userId="ef425cf36cd38040" providerId="LiveId" clId="{181914FC-3BFC-49FE-86CF-EE08CF42E5B0}" dt="2025-11-02T11:10:05.729" v="1780" actId="478"/>
          <ac:picMkLst>
            <pc:docMk/>
            <pc:sldMk cId="2702213108" sldId="767"/>
            <ac:picMk id="3" creationId="{5D87A3C7-18F0-43CF-9F5B-1B6A670BC135}"/>
          </ac:picMkLst>
        </pc:picChg>
        <pc:picChg chg="add mod">
          <ac:chgData name="NV Nhận" userId="ef425cf36cd38040" providerId="LiveId" clId="{181914FC-3BFC-49FE-86CF-EE08CF42E5B0}" dt="2025-11-02T11:13:02.707" v="1814" actId="1440"/>
          <ac:picMkLst>
            <pc:docMk/>
            <pc:sldMk cId="2702213108" sldId="767"/>
            <ac:picMk id="5" creationId="{D2281197-569E-49BE-8EE7-A1E5621DCFA2}"/>
          </ac:picMkLst>
        </pc:picChg>
        <pc:picChg chg="del">
          <ac:chgData name="NV Nhận" userId="ef425cf36cd38040" providerId="LiveId" clId="{181914FC-3BFC-49FE-86CF-EE08CF42E5B0}" dt="2025-11-02T11:10:06.237" v="1781" actId="478"/>
          <ac:picMkLst>
            <pc:docMk/>
            <pc:sldMk cId="2702213108" sldId="767"/>
            <ac:picMk id="6" creationId="{DE7B2C17-7D61-4F17-BA94-0ED959BDDB50}"/>
          </ac:picMkLst>
        </pc:picChg>
        <pc:picChg chg="add mod">
          <ac:chgData name="NV Nhận" userId="ef425cf36cd38040" providerId="LiveId" clId="{181914FC-3BFC-49FE-86CF-EE08CF42E5B0}" dt="2025-11-02T11:13:18.216" v="1816" actId="1076"/>
          <ac:picMkLst>
            <pc:docMk/>
            <pc:sldMk cId="2702213108" sldId="767"/>
            <ac:picMk id="9" creationId="{E991C471-9722-49F3-B20E-8178A40D2063}"/>
          </ac:picMkLst>
        </pc:picChg>
      </pc:sldChg>
      <pc:sldChg chg="addSp delSp modSp add mod">
        <pc:chgData name="NV Nhận" userId="ef425cf36cd38040" providerId="LiveId" clId="{181914FC-3BFC-49FE-86CF-EE08CF42E5B0}" dt="2025-11-02T11:41:57.202" v="1910" actId="1440"/>
        <pc:sldMkLst>
          <pc:docMk/>
          <pc:sldMk cId="3822401608" sldId="768"/>
        </pc:sldMkLst>
        <pc:spChg chg="mod">
          <ac:chgData name="NV Nhận" userId="ef425cf36cd38040" providerId="LiveId" clId="{181914FC-3BFC-49FE-86CF-EE08CF42E5B0}" dt="2025-11-02T11:16:22.144" v="1895" actId="20577"/>
          <ac:spMkLst>
            <pc:docMk/>
            <pc:sldMk cId="3822401608" sldId="768"/>
            <ac:spMk id="4" creationId="{00000000-0000-0000-0000-000000000000}"/>
          </ac:spMkLst>
        </pc:spChg>
        <pc:picChg chg="add del mod">
          <ac:chgData name="NV Nhận" userId="ef425cf36cd38040" providerId="LiveId" clId="{181914FC-3BFC-49FE-86CF-EE08CF42E5B0}" dt="2025-11-02T11:41:01.654" v="1904" actId="478"/>
          <ac:picMkLst>
            <pc:docMk/>
            <pc:sldMk cId="3822401608" sldId="768"/>
            <ac:picMk id="3" creationId="{00B8F27E-64AA-4A5A-B135-5E47250DBA1C}"/>
          </ac:picMkLst>
        </pc:picChg>
        <pc:picChg chg="del">
          <ac:chgData name="NV Nhận" userId="ef425cf36cd38040" providerId="LiveId" clId="{181914FC-3BFC-49FE-86CF-EE08CF42E5B0}" dt="2025-11-02T11:13:41.446" v="1827" actId="478"/>
          <ac:picMkLst>
            <pc:docMk/>
            <pc:sldMk cId="3822401608" sldId="768"/>
            <ac:picMk id="5" creationId="{D2281197-569E-49BE-8EE7-A1E5621DCFA2}"/>
          </ac:picMkLst>
        </pc:picChg>
        <pc:picChg chg="add mod">
          <ac:chgData name="NV Nhận" userId="ef425cf36cd38040" providerId="LiveId" clId="{181914FC-3BFC-49FE-86CF-EE08CF42E5B0}" dt="2025-11-02T11:41:57.202" v="1910" actId="1440"/>
          <ac:picMkLst>
            <pc:docMk/>
            <pc:sldMk cId="3822401608" sldId="768"/>
            <ac:picMk id="8" creationId="{827E2306-96AB-4597-8B60-F0F259E76718}"/>
          </ac:picMkLst>
        </pc:picChg>
        <pc:picChg chg="del">
          <ac:chgData name="NV Nhận" userId="ef425cf36cd38040" providerId="LiveId" clId="{181914FC-3BFC-49FE-86CF-EE08CF42E5B0}" dt="2025-11-02T11:13:42.590" v="1828" actId="478"/>
          <ac:picMkLst>
            <pc:docMk/>
            <pc:sldMk cId="3822401608" sldId="768"/>
            <ac:picMk id="9" creationId="{E991C471-9722-49F3-B20E-8178A40D2063}"/>
          </ac:picMkLst>
        </pc:picChg>
      </pc:sldChg>
      <pc:sldChg chg="addSp delSp modSp add mod">
        <pc:chgData name="NV Nhận" userId="ef425cf36cd38040" providerId="LiveId" clId="{181914FC-3BFC-49FE-86CF-EE08CF42E5B0}" dt="2025-11-02T11:42:25.670" v="1914" actId="1440"/>
        <pc:sldMkLst>
          <pc:docMk/>
          <pc:sldMk cId="3028482134" sldId="769"/>
        </pc:sldMkLst>
        <pc:spChg chg="del mod">
          <ac:chgData name="NV Nhận" userId="ef425cf36cd38040" providerId="LiveId" clId="{181914FC-3BFC-49FE-86CF-EE08CF42E5B0}" dt="2025-11-02T11:24:42.500" v="1903"/>
          <ac:spMkLst>
            <pc:docMk/>
            <pc:sldMk cId="3028482134" sldId="769"/>
            <ac:spMk id="4" creationId="{00000000-0000-0000-0000-000000000000}"/>
          </ac:spMkLst>
        </pc:spChg>
        <pc:picChg chg="del">
          <ac:chgData name="NV Nhận" userId="ef425cf36cd38040" providerId="LiveId" clId="{181914FC-3BFC-49FE-86CF-EE08CF42E5B0}" dt="2025-11-02T11:16:44.610" v="1900" actId="478"/>
          <ac:picMkLst>
            <pc:docMk/>
            <pc:sldMk cId="3028482134" sldId="769"/>
            <ac:picMk id="3" creationId="{00B8F27E-64AA-4A5A-B135-5E47250DBA1C}"/>
          </ac:picMkLst>
        </pc:picChg>
        <pc:picChg chg="add mod">
          <ac:chgData name="NV Nhận" userId="ef425cf36cd38040" providerId="LiveId" clId="{181914FC-3BFC-49FE-86CF-EE08CF42E5B0}" dt="2025-11-02T11:42:25.670" v="1914" actId="1440"/>
          <ac:picMkLst>
            <pc:docMk/>
            <pc:sldMk cId="3028482134" sldId="769"/>
            <ac:picMk id="5" creationId="{D97A3862-7E25-4A5E-857F-A81B9936243D}"/>
          </ac:picMkLst>
        </pc:picChg>
      </pc:sldChg>
      <pc:sldChg chg="delSp modSp add mod ord">
        <pc:chgData name="NV Nhận" userId="ef425cf36cd38040" providerId="LiveId" clId="{181914FC-3BFC-49FE-86CF-EE08CF42E5B0}" dt="2025-11-02T11:43:49.583" v="2076" actId="20577"/>
        <pc:sldMkLst>
          <pc:docMk/>
          <pc:sldMk cId="112186364" sldId="770"/>
        </pc:sldMkLst>
        <pc:spChg chg="mod">
          <ac:chgData name="NV Nhận" userId="ef425cf36cd38040" providerId="LiveId" clId="{181914FC-3BFC-49FE-86CF-EE08CF42E5B0}" dt="2025-11-02T11:43:49.583" v="2076" actId="20577"/>
          <ac:spMkLst>
            <pc:docMk/>
            <pc:sldMk cId="112186364" sldId="770"/>
            <ac:spMk id="4" creationId="{00000000-0000-0000-0000-000000000000}"/>
          </ac:spMkLst>
        </pc:spChg>
        <pc:spChg chg="mod">
          <ac:chgData name="NV Nhận" userId="ef425cf36cd38040" providerId="LiveId" clId="{181914FC-3BFC-49FE-86CF-EE08CF42E5B0}" dt="2025-11-02T11:42:46.315" v="1950" actId="20577"/>
          <ac:spMkLst>
            <pc:docMk/>
            <pc:sldMk cId="112186364" sldId="770"/>
            <ac:spMk id="7" creationId="{00000000-0000-0000-0000-000000000000}"/>
          </ac:spMkLst>
        </pc:spChg>
        <pc:picChg chg="del">
          <ac:chgData name="NV Nhận" userId="ef425cf36cd38040" providerId="LiveId" clId="{181914FC-3BFC-49FE-86CF-EE08CF42E5B0}" dt="2025-11-02T11:42:47.858" v="1951" actId="478"/>
          <ac:picMkLst>
            <pc:docMk/>
            <pc:sldMk cId="112186364" sldId="770"/>
            <ac:picMk id="8" creationId="{827E2306-96AB-4597-8B60-F0F259E76718}"/>
          </ac:picMkLst>
        </pc:picChg>
      </pc:sldChg>
      <pc:sldChg chg="add del">
        <pc:chgData name="NV Nhận" userId="ef425cf36cd38040" providerId="LiveId" clId="{181914FC-3BFC-49FE-86CF-EE08CF42E5B0}" dt="2025-11-02T11:44:16.861" v="2078"/>
        <pc:sldMkLst>
          <pc:docMk/>
          <pc:sldMk cId="424046664" sldId="771"/>
        </pc:sldMkLst>
      </pc:sldChg>
      <pc:sldChg chg="modSp add mod ord">
        <pc:chgData name="NV Nhận" userId="ef425cf36cd38040" providerId="LiveId" clId="{181914FC-3BFC-49FE-86CF-EE08CF42E5B0}" dt="2025-11-02T11:44:31.058" v="2096" actId="20577"/>
        <pc:sldMkLst>
          <pc:docMk/>
          <pc:sldMk cId="775053457" sldId="771"/>
        </pc:sldMkLst>
        <pc:spChg chg="mod">
          <ac:chgData name="NV Nhận" userId="ef425cf36cd38040" providerId="LiveId" clId="{181914FC-3BFC-49FE-86CF-EE08CF42E5B0}" dt="2025-11-02T11:44:31.058" v="2096" actId="20577"/>
          <ac:spMkLst>
            <pc:docMk/>
            <pc:sldMk cId="775053457" sldId="771"/>
            <ac:spMk id="4" creationId="{00000000-0000-0000-0000-000000000000}"/>
          </ac:spMkLst>
        </pc:spChg>
      </pc:sldChg>
      <pc:sldChg chg="addSp delSp modSp add mod ord">
        <pc:chgData name="NV Nhận" userId="ef425cf36cd38040" providerId="LiveId" clId="{181914FC-3BFC-49FE-86CF-EE08CF42E5B0}" dt="2025-11-02T11:46:53.193" v="2299" actId="1440"/>
        <pc:sldMkLst>
          <pc:docMk/>
          <pc:sldMk cId="2491782860" sldId="772"/>
        </pc:sldMkLst>
        <pc:spChg chg="mod">
          <ac:chgData name="NV Nhận" userId="ef425cf36cd38040" providerId="LiveId" clId="{181914FC-3BFC-49FE-86CF-EE08CF42E5B0}" dt="2025-11-02T11:45:43.494" v="2294" actId="20577"/>
          <ac:spMkLst>
            <pc:docMk/>
            <pc:sldMk cId="2491782860" sldId="772"/>
            <ac:spMk id="4" creationId="{00000000-0000-0000-0000-000000000000}"/>
          </ac:spMkLst>
        </pc:spChg>
        <pc:picChg chg="del">
          <ac:chgData name="NV Nhận" userId="ef425cf36cd38040" providerId="LiveId" clId="{181914FC-3BFC-49FE-86CF-EE08CF42E5B0}" dt="2025-11-02T11:45:45.926" v="2295" actId="478"/>
          <ac:picMkLst>
            <pc:docMk/>
            <pc:sldMk cId="2491782860" sldId="772"/>
            <ac:picMk id="6" creationId="{2ACEDC3B-792E-4E73-B668-2EA2E0290D46}"/>
          </ac:picMkLst>
        </pc:picChg>
        <pc:picChg chg="add mod">
          <ac:chgData name="NV Nhận" userId="ef425cf36cd38040" providerId="LiveId" clId="{181914FC-3BFC-49FE-86CF-EE08CF42E5B0}" dt="2025-11-02T11:46:53.193" v="2299" actId="1440"/>
          <ac:picMkLst>
            <pc:docMk/>
            <pc:sldMk cId="2491782860" sldId="772"/>
            <ac:picMk id="10242" creationId="{99683D09-D101-40DF-BE9A-30DEE7B1B906}"/>
          </ac:picMkLst>
        </pc:picChg>
      </pc:sldChg>
      <pc:sldChg chg="delSp modSp add mod modNotesTx">
        <pc:chgData name="NV Nhận" userId="ef425cf36cd38040" providerId="LiveId" clId="{181914FC-3BFC-49FE-86CF-EE08CF42E5B0}" dt="2025-11-02T11:48:28.354" v="2363"/>
        <pc:sldMkLst>
          <pc:docMk/>
          <pc:sldMk cId="2310547691" sldId="773"/>
        </pc:sldMkLst>
        <pc:spChg chg="mod">
          <ac:chgData name="NV Nhận" userId="ef425cf36cd38040" providerId="LiveId" clId="{181914FC-3BFC-49FE-86CF-EE08CF42E5B0}" dt="2025-11-02T11:48:13.024" v="2362" actId="113"/>
          <ac:spMkLst>
            <pc:docMk/>
            <pc:sldMk cId="2310547691" sldId="773"/>
            <ac:spMk id="4" creationId="{00000000-0000-0000-0000-000000000000}"/>
          </ac:spMkLst>
        </pc:spChg>
        <pc:spChg chg="mod">
          <ac:chgData name="NV Nhận" userId="ef425cf36cd38040" providerId="LiveId" clId="{181914FC-3BFC-49FE-86CF-EE08CF42E5B0}" dt="2025-11-02T11:47:12.365" v="2346" actId="20577"/>
          <ac:spMkLst>
            <pc:docMk/>
            <pc:sldMk cId="2310547691" sldId="773"/>
            <ac:spMk id="7" creationId="{00000000-0000-0000-0000-000000000000}"/>
          </ac:spMkLst>
        </pc:spChg>
        <pc:picChg chg="del">
          <ac:chgData name="NV Nhận" userId="ef425cf36cd38040" providerId="LiveId" clId="{181914FC-3BFC-49FE-86CF-EE08CF42E5B0}" dt="2025-11-02T11:47:06.179" v="2301" actId="478"/>
          <ac:picMkLst>
            <pc:docMk/>
            <pc:sldMk cId="2310547691" sldId="773"/>
            <ac:picMk id="10242" creationId="{99683D09-D101-40DF-BE9A-30DEE7B1B906}"/>
          </ac:picMkLst>
        </pc:picChg>
      </pc:sldChg>
      <pc:sldChg chg="modSp add mod modNotesTx">
        <pc:chgData name="NV Nhận" userId="ef425cf36cd38040" providerId="LiveId" clId="{181914FC-3BFC-49FE-86CF-EE08CF42E5B0}" dt="2025-11-02T11:50:00.098" v="2424" actId="14100"/>
        <pc:sldMkLst>
          <pc:docMk/>
          <pc:sldMk cId="316171451" sldId="774"/>
        </pc:sldMkLst>
        <pc:spChg chg="mod">
          <ac:chgData name="NV Nhận" userId="ef425cf36cd38040" providerId="LiveId" clId="{181914FC-3BFC-49FE-86CF-EE08CF42E5B0}" dt="2025-11-02T11:50:00.098" v="2424" actId="14100"/>
          <ac:spMkLst>
            <pc:docMk/>
            <pc:sldMk cId="316171451" sldId="774"/>
            <ac:spMk id="4" creationId="{00000000-0000-0000-0000-000000000000}"/>
          </ac:spMkLst>
        </pc:spChg>
        <pc:spChg chg="mod">
          <ac:chgData name="NV Nhận" userId="ef425cf36cd38040" providerId="LiveId" clId="{181914FC-3BFC-49FE-86CF-EE08CF42E5B0}" dt="2025-11-02T11:48:56.779" v="2397" actId="20577"/>
          <ac:spMkLst>
            <pc:docMk/>
            <pc:sldMk cId="316171451" sldId="774"/>
            <ac:spMk id="7" creationId="{00000000-0000-0000-0000-000000000000}"/>
          </ac:spMkLst>
        </pc:spChg>
      </pc:sldChg>
      <pc:sldChg chg="modSp add mod modNotesTx">
        <pc:chgData name="NV Nhận" userId="ef425cf36cd38040" providerId="LiveId" clId="{181914FC-3BFC-49FE-86CF-EE08CF42E5B0}" dt="2025-11-02T11:52:06.281" v="2657" actId="5793"/>
        <pc:sldMkLst>
          <pc:docMk/>
          <pc:sldMk cId="107728174" sldId="775"/>
        </pc:sldMkLst>
        <pc:spChg chg="mod">
          <ac:chgData name="NV Nhận" userId="ef425cf36cd38040" providerId="LiveId" clId="{181914FC-3BFC-49FE-86CF-EE08CF42E5B0}" dt="2025-11-02T11:51:32.581" v="2503" actId="113"/>
          <ac:spMkLst>
            <pc:docMk/>
            <pc:sldMk cId="107728174" sldId="775"/>
            <ac:spMk id="4" creationId="{00000000-0000-0000-0000-000000000000}"/>
          </ac:spMkLst>
        </pc:spChg>
        <pc:spChg chg="mod">
          <ac:chgData name="NV Nhận" userId="ef425cf36cd38040" providerId="LiveId" clId="{181914FC-3BFC-49FE-86CF-EE08CF42E5B0}" dt="2025-11-02T11:50:45.066" v="2476" actId="20577"/>
          <ac:spMkLst>
            <pc:docMk/>
            <pc:sldMk cId="107728174" sldId="775"/>
            <ac:spMk id="7" creationId="{00000000-0000-0000-0000-000000000000}"/>
          </ac:spMkLst>
        </pc:spChg>
      </pc:sldChg>
      <pc:sldChg chg="modSp add mod modNotesTx">
        <pc:chgData name="NV Nhận" userId="ef425cf36cd38040" providerId="LiveId" clId="{181914FC-3BFC-49FE-86CF-EE08CF42E5B0}" dt="2025-11-02T11:53:03.752" v="2692" actId="113"/>
        <pc:sldMkLst>
          <pc:docMk/>
          <pc:sldMk cId="3836208351" sldId="776"/>
        </pc:sldMkLst>
        <pc:spChg chg="mod">
          <ac:chgData name="NV Nhận" userId="ef425cf36cd38040" providerId="LiveId" clId="{181914FC-3BFC-49FE-86CF-EE08CF42E5B0}" dt="2025-11-02T11:53:03.752" v="2692" actId="113"/>
          <ac:spMkLst>
            <pc:docMk/>
            <pc:sldMk cId="3836208351" sldId="776"/>
            <ac:spMk id="4" creationId="{00000000-0000-0000-0000-000000000000}"/>
          </ac:spMkLst>
        </pc:spChg>
      </pc:sldChg>
      <pc:sldChg chg="modSp add mod modNotesTx">
        <pc:chgData name="NV Nhận" userId="ef425cf36cd38040" providerId="LiveId" clId="{181914FC-3BFC-49FE-86CF-EE08CF42E5B0}" dt="2025-11-02T11:54:26.014" v="2773"/>
        <pc:sldMkLst>
          <pc:docMk/>
          <pc:sldMk cId="932472599" sldId="777"/>
        </pc:sldMkLst>
        <pc:spChg chg="mod">
          <ac:chgData name="NV Nhận" userId="ef425cf36cd38040" providerId="LiveId" clId="{181914FC-3BFC-49FE-86CF-EE08CF42E5B0}" dt="2025-11-02T11:54:15.245" v="2772" actId="14100"/>
          <ac:spMkLst>
            <pc:docMk/>
            <pc:sldMk cId="932472599" sldId="777"/>
            <ac:spMk id="4" creationId="{00000000-0000-0000-0000-000000000000}"/>
          </ac:spMkLst>
        </pc:spChg>
        <pc:spChg chg="mod">
          <ac:chgData name="NV Nhận" userId="ef425cf36cd38040" providerId="LiveId" clId="{181914FC-3BFC-49FE-86CF-EE08CF42E5B0}" dt="2025-11-02T11:53:26.371" v="2748" actId="20577"/>
          <ac:spMkLst>
            <pc:docMk/>
            <pc:sldMk cId="932472599" sldId="777"/>
            <ac:spMk id="7" creationId="{00000000-0000-0000-0000-000000000000}"/>
          </ac:spMkLst>
        </pc:spChg>
      </pc:sldChg>
      <pc:sldChg chg="addSp delSp modSp add mod ord modNotesTx">
        <pc:chgData name="NV Nhận" userId="ef425cf36cd38040" providerId="LiveId" clId="{181914FC-3BFC-49FE-86CF-EE08CF42E5B0}" dt="2025-11-02T11:57:03.578" v="2829"/>
        <pc:sldMkLst>
          <pc:docMk/>
          <pc:sldMk cId="3937463553" sldId="778"/>
        </pc:sldMkLst>
        <pc:spChg chg="del">
          <ac:chgData name="NV Nhận" userId="ef425cf36cd38040" providerId="LiveId" clId="{181914FC-3BFC-49FE-86CF-EE08CF42E5B0}" dt="2025-11-02T11:56:03.506" v="2775" actId="478"/>
          <ac:spMkLst>
            <pc:docMk/>
            <pc:sldMk cId="3937463553" sldId="778"/>
            <ac:spMk id="4" creationId="{00000000-0000-0000-0000-000000000000}"/>
          </ac:spMkLst>
        </pc:spChg>
        <pc:spChg chg="mod">
          <ac:chgData name="NV Nhận" userId="ef425cf36cd38040" providerId="LiveId" clId="{181914FC-3BFC-49FE-86CF-EE08CF42E5B0}" dt="2025-11-02T11:57:00.392" v="2827" actId="20577"/>
          <ac:spMkLst>
            <pc:docMk/>
            <pc:sldMk cId="3937463553" sldId="778"/>
            <ac:spMk id="7" creationId="{00000000-0000-0000-0000-000000000000}"/>
          </ac:spMkLst>
        </pc:spChg>
        <pc:picChg chg="add mod">
          <ac:chgData name="NV Nhận" userId="ef425cf36cd38040" providerId="LiveId" clId="{181914FC-3BFC-49FE-86CF-EE08CF42E5B0}" dt="2025-11-02T11:56:54.178" v="2790" actId="1440"/>
          <ac:picMkLst>
            <pc:docMk/>
            <pc:sldMk cId="3937463553" sldId="778"/>
            <ac:picMk id="20482" creationId="{3B57A9B4-AA28-4CE7-83CF-ECF0BBC54C90}"/>
          </ac:picMkLst>
        </pc:picChg>
      </pc:sldChg>
      <pc:sldChg chg="add del">
        <pc:chgData name="NV Nhận" userId="ef425cf36cd38040" providerId="LiveId" clId="{181914FC-3BFC-49FE-86CF-EE08CF42E5B0}" dt="2025-11-02T11:56:31.939" v="2784"/>
        <pc:sldMkLst>
          <pc:docMk/>
          <pc:sldMk cId="738708637" sldId="779"/>
        </pc:sldMkLst>
      </pc:sldChg>
      <pc:sldChg chg="add del">
        <pc:chgData name="NV Nhận" userId="ef425cf36cd38040" providerId="LiveId" clId="{181914FC-3BFC-49FE-86CF-EE08CF42E5B0}" dt="2025-11-02T11:56:19.828" v="2779"/>
        <pc:sldMkLst>
          <pc:docMk/>
          <pc:sldMk cId="1067162033" sldId="779"/>
        </pc:sldMkLst>
      </pc:sldChg>
      <pc:sldChg chg="add del">
        <pc:chgData name="NV Nhận" userId="ef425cf36cd38040" providerId="LiveId" clId="{181914FC-3BFC-49FE-86CF-EE08CF42E5B0}" dt="2025-11-02T11:56:25.357" v="2781"/>
        <pc:sldMkLst>
          <pc:docMk/>
          <pc:sldMk cId="1250189426" sldId="779"/>
        </pc:sldMkLst>
      </pc:sldChg>
      <pc:sldChg chg="add del">
        <pc:chgData name="NV Nhận" userId="ef425cf36cd38040" providerId="LiveId" clId="{181914FC-3BFC-49FE-86CF-EE08CF42E5B0}" dt="2025-11-02T11:56:11.040" v="2777"/>
        <pc:sldMkLst>
          <pc:docMk/>
          <pc:sldMk cId="3092222342" sldId="779"/>
        </pc:sldMkLst>
      </pc:sldChg>
      <pc:sldChg chg="addSp modSp add mod ord">
        <pc:chgData name="NV Nhận" userId="ef425cf36cd38040" providerId="LiveId" clId="{181914FC-3BFC-49FE-86CF-EE08CF42E5B0}" dt="2025-11-02T12:54:19.350" v="2869" actId="1440"/>
        <pc:sldMkLst>
          <pc:docMk/>
          <pc:sldMk cId="3827206856" sldId="779"/>
        </pc:sldMkLst>
        <pc:spChg chg="mod">
          <ac:chgData name="NV Nhận" userId="ef425cf36cd38040" providerId="LiveId" clId="{181914FC-3BFC-49FE-86CF-EE08CF42E5B0}" dt="2025-11-02T12:43:18.354" v="2861" actId="20577"/>
          <ac:spMkLst>
            <pc:docMk/>
            <pc:sldMk cId="3827206856" sldId="779"/>
            <ac:spMk id="4" creationId="{00000000-0000-0000-0000-000000000000}"/>
          </ac:spMkLst>
        </pc:spChg>
        <pc:spChg chg="mod">
          <ac:chgData name="NV Nhận" userId="ef425cf36cd38040" providerId="LiveId" clId="{181914FC-3BFC-49FE-86CF-EE08CF42E5B0}" dt="2025-11-02T11:57:30.767" v="2860" actId="20577"/>
          <ac:spMkLst>
            <pc:docMk/>
            <pc:sldMk cId="3827206856" sldId="779"/>
            <ac:spMk id="7" creationId="{00000000-0000-0000-0000-000000000000}"/>
          </ac:spMkLst>
        </pc:spChg>
        <pc:picChg chg="add mod">
          <ac:chgData name="NV Nhận" userId="ef425cf36cd38040" providerId="LiveId" clId="{181914FC-3BFC-49FE-86CF-EE08CF42E5B0}" dt="2025-11-02T12:54:19.350" v="2869" actId="1440"/>
          <ac:picMkLst>
            <pc:docMk/>
            <pc:sldMk cId="3827206856" sldId="779"/>
            <ac:picMk id="3" creationId="{F10C88C6-E616-42BA-B2A6-18A9A175D111}"/>
          </ac:picMkLst>
        </pc:picChg>
      </pc:sldChg>
      <pc:sldChg chg="addSp delSp modSp add mod">
        <pc:chgData name="NV Nhận" userId="ef425cf36cd38040" providerId="LiveId" clId="{181914FC-3BFC-49FE-86CF-EE08CF42E5B0}" dt="2025-11-02T12:54:15.543" v="2868" actId="1440"/>
        <pc:sldMkLst>
          <pc:docMk/>
          <pc:sldMk cId="341839038" sldId="780"/>
        </pc:sldMkLst>
        <pc:picChg chg="del">
          <ac:chgData name="NV Nhận" userId="ef425cf36cd38040" providerId="LiveId" clId="{181914FC-3BFC-49FE-86CF-EE08CF42E5B0}" dt="2025-11-02T12:54:02.274" v="2865" actId="478"/>
          <ac:picMkLst>
            <pc:docMk/>
            <pc:sldMk cId="341839038" sldId="780"/>
            <ac:picMk id="3" creationId="{F10C88C6-E616-42BA-B2A6-18A9A175D111}"/>
          </ac:picMkLst>
        </pc:picChg>
        <pc:picChg chg="add mod">
          <ac:chgData name="NV Nhận" userId="ef425cf36cd38040" providerId="LiveId" clId="{181914FC-3BFC-49FE-86CF-EE08CF42E5B0}" dt="2025-11-02T12:54:15.543" v="2868" actId="1440"/>
          <ac:picMkLst>
            <pc:docMk/>
            <pc:sldMk cId="341839038" sldId="780"/>
            <ac:picMk id="5" creationId="{234182B4-CB6F-483C-9724-F9E9A2C5A665}"/>
          </ac:picMkLst>
        </pc:picChg>
      </pc:sldChg>
      <pc:sldMasterChg chg="del delSldLayout">
        <pc:chgData name="NV Nhận" userId="ef425cf36cd38040" providerId="LiveId" clId="{181914FC-3BFC-49FE-86CF-EE08CF42E5B0}" dt="2025-11-02T09:45:48.650" v="553" actId="47"/>
        <pc:sldMasterMkLst>
          <pc:docMk/>
          <pc:sldMasterMk cId="0" sldId="2147483696"/>
        </pc:sldMasterMkLst>
        <pc:sldLayoutChg chg="del">
          <pc:chgData name="NV Nhận" userId="ef425cf36cd38040" providerId="LiveId" clId="{181914FC-3BFC-49FE-86CF-EE08CF42E5B0}" dt="2025-11-02T09:45:48.650" v="553" actId="47"/>
          <pc:sldLayoutMkLst>
            <pc:docMk/>
            <pc:sldMasterMk cId="0" sldId="2147483696"/>
            <pc:sldLayoutMk cId="0" sldId="2147483697"/>
          </pc:sldLayoutMkLst>
        </pc:sldLayoutChg>
        <pc:sldLayoutChg chg="del">
          <pc:chgData name="NV Nhận" userId="ef425cf36cd38040" providerId="LiveId" clId="{181914FC-3BFC-49FE-86CF-EE08CF42E5B0}" dt="2025-11-02T09:45:48.650" v="553" actId="47"/>
          <pc:sldLayoutMkLst>
            <pc:docMk/>
            <pc:sldMasterMk cId="0" sldId="2147483696"/>
            <pc:sldLayoutMk cId="0" sldId="2147483698"/>
          </pc:sldLayoutMkLst>
        </pc:sldLayoutChg>
        <pc:sldLayoutChg chg="del">
          <pc:chgData name="NV Nhận" userId="ef425cf36cd38040" providerId="LiveId" clId="{181914FC-3BFC-49FE-86CF-EE08CF42E5B0}" dt="2025-11-02T09:45:48.650" v="553" actId="47"/>
          <pc:sldLayoutMkLst>
            <pc:docMk/>
            <pc:sldMasterMk cId="0" sldId="2147483696"/>
            <pc:sldLayoutMk cId="0" sldId="2147483699"/>
          </pc:sldLayoutMkLst>
        </pc:sldLayoutChg>
        <pc:sldLayoutChg chg="del">
          <pc:chgData name="NV Nhận" userId="ef425cf36cd38040" providerId="LiveId" clId="{181914FC-3BFC-49FE-86CF-EE08CF42E5B0}" dt="2025-11-02T09:45:48.650" v="553" actId="47"/>
          <pc:sldLayoutMkLst>
            <pc:docMk/>
            <pc:sldMasterMk cId="0" sldId="2147483696"/>
            <pc:sldLayoutMk cId="0" sldId="2147483700"/>
          </pc:sldLayoutMkLst>
        </pc:sldLayoutChg>
        <pc:sldLayoutChg chg="del">
          <pc:chgData name="NV Nhận" userId="ef425cf36cd38040" providerId="LiveId" clId="{181914FC-3BFC-49FE-86CF-EE08CF42E5B0}" dt="2025-11-02T09:45:48.650" v="553" actId="47"/>
          <pc:sldLayoutMkLst>
            <pc:docMk/>
            <pc:sldMasterMk cId="0" sldId="2147483696"/>
            <pc:sldLayoutMk cId="0" sldId="2147483701"/>
          </pc:sldLayoutMkLst>
        </pc:sldLayoutChg>
        <pc:sldLayoutChg chg="del">
          <pc:chgData name="NV Nhận" userId="ef425cf36cd38040" providerId="LiveId" clId="{181914FC-3BFC-49FE-86CF-EE08CF42E5B0}" dt="2025-11-02T09:45:48.650" v="553" actId="47"/>
          <pc:sldLayoutMkLst>
            <pc:docMk/>
            <pc:sldMasterMk cId="0" sldId="2147483696"/>
            <pc:sldLayoutMk cId="0" sldId="2147483702"/>
          </pc:sldLayoutMkLst>
        </pc:sldLayoutChg>
        <pc:sldLayoutChg chg="del">
          <pc:chgData name="NV Nhận" userId="ef425cf36cd38040" providerId="LiveId" clId="{181914FC-3BFC-49FE-86CF-EE08CF42E5B0}" dt="2025-11-02T09:45:48.650" v="553" actId="47"/>
          <pc:sldLayoutMkLst>
            <pc:docMk/>
            <pc:sldMasterMk cId="0" sldId="2147483696"/>
            <pc:sldLayoutMk cId="0" sldId="2147483703"/>
          </pc:sldLayoutMkLst>
        </pc:sldLayoutChg>
        <pc:sldLayoutChg chg="del">
          <pc:chgData name="NV Nhận" userId="ef425cf36cd38040" providerId="LiveId" clId="{181914FC-3BFC-49FE-86CF-EE08CF42E5B0}" dt="2025-11-02T09:45:48.650" v="553" actId="47"/>
          <pc:sldLayoutMkLst>
            <pc:docMk/>
            <pc:sldMasterMk cId="0" sldId="2147483696"/>
            <pc:sldLayoutMk cId="0" sldId="2147483704"/>
          </pc:sldLayoutMkLst>
        </pc:sldLayoutChg>
        <pc:sldLayoutChg chg="del">
          <pc:chgData name="NV Nhận" userId="ef425cf36cd38040" providerId="LiveId" clId="{181914FC-3BFC-49FE-86CF-EE08CF42E5B0}" dt="2025-11-02T09:45:48.650" v="553" actId="47"/>
          <pc:sldLayoutMkLst>
            <pc:docMk/>
            <pc:sldMasterMk cId="0" sldId="2147483696"/>
            <pc:sldLayoutMk cId="0" sldId="2147483705"/>
          </pc:sldLayoutMkLst>
        </pc:sldLayoutChg>
        <pc:sldLayoutChg chg="del">
          <pc:chgData name="NV Nhận" userId="ef425cf36cd38040" providerId="LiveId" clId="{181914FC-3BFC-49FE-86CF-EE08CF42E5B0}" dt="2025-11-02T09:45:48.650" v="553" actId="47"/>
          <pc:sldLayoutMkLst>
            <pc:docMk/>
            <pc:sldMasterMk cId="0" sldId="2147483696"/>
            <pc:sldLayoutMk cId="0" sldId="2147483706"/>
          </pc:sldLayoutMkLst>
        </pc:sldLayoutChg>
        <pc:sldLayoutChg chg="del">
          <pc:chgData name="NV Nhận" userId="ef425cf36cd38040" providerId="LiveId" clId="{181914FC-3BFC-49FE-86CF-EE08CF42E5B0}" dt="2025-11-02T09:45:48.650" v="553" actId="47"/>
          <pc:sldLayoutMkLst>
            <pc:docMk/>
            <pc:sldMasterMk cId="0" sldId="2147483696"/>
            <pc:sldLayoutMk cId="0" sldId="2147483707"/>
          </pc:sldLayoutMkLst>
        </pc:sldLayoutChg>
      </pc:sldMasterChg>
      <pc:sldMasterChg chg="del delSldLayout">
        <pc:chgData name="NV Nhận" userId="ef425cf36cd38040" providerId="LiveId" clId="{181914FC-3BFC-49FE-86CF-EE08CF42E5B0}" dt="2025-11-02T09:45:48.650" v="553" actId="47"/>
        <pc:sldMasterMkLst>
          <pc:docMk/>
          <pc:sldMasterMk cId="0" sldId="2147483708"/>
        </pc:sldMasterMkLst>
        <pc:sldLayoutChg chg="del">
          <pc:chgData name="NV Nhận" userId="ef425cf36cd38040" providerId="LiveId" clId="{181914FC-3BFC-49FE-86CF-EE08CF42E5B0}" dt="2025-11-02T09:45:48.650" v="553" actId="47"/>
          <pc:sldLayoutMkLst>
            <pc:docMk/>
            <pc:sldMasterMk cId="0" sldId="2147483708"/>
            <pc:sldLayoutMk cId="0" sldId="2147483709"/>
          </pc:sldLayoutMkLst>
        </pc:sldLayoutChg>
        <pc:sldLayoutChg chg="del">
          <pc:chgData name="NV Nhận" userId="ef425cf36cd38040" providerId="LiveId" clId="{181914FC-3BFC-49FE-86CF-EE08CF42E5B0}" dt="2025-11-02T09:45:48.650" v="553" actId="47"/>
          <pc:sldLayoutMkLst>
            <pc:docMk/>
            <pc:sldMasterMk cId="0" sldId="2147483708"/>
            <pc:sldLayoutMk cId="0" sldId="2147483710"/>
          </pc:sldLayoutMkLst>
        </pc:sldLayoutChg>
        <pc:sldLayoutChg chg="del">
          <pc:chgData name="NV Nhận" userId="ef425cf36cd38040" providerId="LiveId" clId="{181914FC-3BFC-49FE-86CF-EE08CF42E5B0}" dt="2025-11-02T09:45:48.650" v="553" actId="47"/>
          <pc:sldLayoutMkLst>
            <pc:docMk/>
            <pc:sldMasterMk cId="0" sldId="2147483708"/>
            <pc:sldLayoutMk cId="0" sldId="2147483711"/>
          </pc:sldLayoutMkLst>
        </pc:sldLayoutChg>
        <pc:sldLayoutChg chg="del">
          <pc:chgData name="NV Nhận" userId="ef425cf36cd38040" providerId="LiveId" clId="{181914FC-3BFC-49FE-86CF-EE08CF42E5B0}" dt="2025-11-02T09:45:48.650" v="553" actId="47"/>
          <pc:sldLayoutMkLst>
            <pc:docMk/>
            <pc:sldMasterMk cId="0" sldId="2147483708"/>
            <pc:sldLayoutMk cId="0" sldId="2147483712"/>
          </pc:sldLayoutMkLst>
        </pc:sldLayoutChg>
        <pc:sldLayoutChg chg="del">
          <pc:chgData name="NV Nhận" userId="ef425cf36cd38040" providerId="LiveId" clId="{181914FC-3BFC-49FE-86CF-EE08CF42E5B0}" dt="2025-11-02T09:45:48.650" v="553" actId="47"/>
          <pc:sldLayoutMkLst>
            <pc:docMk/>
            <pc:sldMasterMk cId="0" sldId="2147483708"/>
            <pc:sldLayoutMk cId="0" sldId="2147483713"/>
          </pc:sldLayoutMkLst>
        </pc:sldLayoutChg>
        <pc:sldLayoutChg chg="del">
          <pc:chgData name="NV Nhận" userId="ef425cf36cd38040" providerId="LiveId" clId="{181914FC-3BFC-49FE-86CF-EE08CF42E5B0}" dt="2025-11-02T09:45:48.650" v="553" actId="47"/>
          <pc:sldLayoutMkLst>
            <pc:docMk/>
            <pc:sldMasterMk cId="0" sldId="2147483708"/>
            <pc:sldLayoutMk cId="0" sldId="2147483714"/>
          </pc:sldLayoutMkLst>
        </pc:sldLayoutChg>
        <pc:sldLayoutChg chg="del">
          <pc:chgData name="NV Nhận" userId="ef425cf36cd38040" providerId="LiveId" clId="{181914FC-3BFC-49FE-86CF-EE08CF42E5B0}" dt="2025-11-02T09:45:48.650" v="553" actId="47"/>
          <pc:sldLayoutMkLst>
            <pc:docMk/>
            <pc:sldMasterMk cId="0" sldId="2147483708"/>
            <pc:sldLayoutMk cId="0" sldId="2147483715"/>
          </pc:sldLayoutMkLst>
        </pc:sldLayoutChg>
        <pc:sldLayoutChg chg="del">
          <pc:chgData name="NV Nhận" userId="ef425cf36cd38040" providerId="LiveId" clId="{181914FC-3BFC-49FE-86CF-EE08CF42E5B0}" dt="2025-11-02T09:45:48.650" v="553" actId="47"/>
          <pc:sldLayoutMkLst>
            <pc:docMk/>
            <pc:sldMasterMk cId="0" sldId="2147483708"/>
            <pc:sldLayoutMk cId="0" sldId="2147483716"/>
          </pc:sldLayoutMkLst>
        </pc:sldLayoutChg>
        <pc:sldLayoutChg chg="del">
          <pc:chgData name="NV Nhận" userId="ef425cf36cd38040" providerId="LiveId" clId="{181914FC-3BFC-49FE-86CF-EE08CF42E5B0}" dt="2025-11-02T09:45:48.650" v="553" actId="47"/>
          <pc:sldLayoutMkLst>
            <pc:docMk/>
            <pc:sldMasterMk cId="0" sldId="2147483708"/>
            <pc:sldLayoutMk cId="0" sldId="2147483717"/>
          </pc:sldLayoutMkLst>
        </pc:sldLayoutChg>
        <pc:sldLayoutChg chg="del">
          <pc:chgData name="NV Nhận" userId="ef425cf36cd38040" providerId="LiveId" clId="{181914FC-3BFC-49FE-86CF-EE08CF42E5B0}" dt="2025-11-02T09:45:48.650" v="553" actId="47"/>
          <pc:sldLayoutMkLst>
            <pc:docMk/>
            <pc:sldMasterMk cId="0" sldId="2147483708"/>
            <pc:sldLayoutMk cId="0" sldId="2147483718"/>
          </pc:sldLayoutMkLst>
        </pc:sldLayoutChg>
        <pc:sldLayoutChg chg="del">
          <pc:chgData name="NV Nhận" userId="ef425cf36cd38040" providerId="LiveId" clId="{181914FC-3BFC-49FE-86CF-EE08CF42E5B0}" dt="2025-11-02T09:45:48.650" v="553" actId="47"/>
          <pc:sldLayoutMkLst>
            <pc:docMk/>
            <pc:sldMasterMk cId="0" sldId="2147483708"/>
            <pc:sldLayoutMk cId="0" sldId="2147483719"/>
          </pc:sldLayoutMkLst>
        </pc:sldLayoutChg>
      </pc:sldMasterChg>
      <pc:sldMasterChg chg="del delSldLayout">
        <pc:chgData name="NV Nhận" userId="ef425cf36cd38040" providerId="LiveId" clId="{181914FC-3BFC-49FE-86CF-EE08CF42E5B0}" dt="2025-11-02T09:45:48.650" v="553" actId="47"/>
        <pc:sldMasterMkLst>
          <pc:docMk/>
          <pc:sldMasterMk cId="0" sldId="2147483720"/>
        </pc:sldMasterMkLst>
        <pc:sldLayoutChg chg="del">
          <pc:chgData name="NV Nhận" userId="ef425cf36cd38040" providerId="LiveId" clId="{181914FC-3BFC-49FE-86CF-EE08CF42E5B0}" dt="2025-11-02T09:45:48.650" v="553" actId="47"/>
          <pc:sldLayoutMkLst>
            <pc:docMk/>
            <pc:sldMasterMk cId="0" sldId="2147483720"/>
            <pc:sldLayoutMk cId="0" sldId="2147483721"/>
          </pc:sldLayoutMkLst>
        </pc:sldLayoutChg>
        <pc:sldLayoutChg chg="del">
          <pc:chgData name="NV Nhận" userId="ef425cf36cd38040" providerId="LiveId" clId="{181914FC-3BFC-49FE-86CF-EE08CF42E5B0}" dt="2025-11-02T09:45:48.650" v="553" actId="47"/>
          <pc:sldLayoutMkLst>
            <pc:docMk/>
            <pc:sldMasterMk cId="0" sldId="2147483720"/>
            <pc:sldLayoutMk cId="0" sldId="2147483722"/>
          </pc:sldLayoutMkLst>
        </pc:sldLayoutChg>
        <pc:sldLayoutChg chg="del">
          <pc:chgData name="NV Nhận" userId="ef425cf36cd38040" providerId="LiveId" clId="{181914FC-3BFC-49FE-86CF-EE08CF42E5B0}" dt="2025-11-02T09:45:48.650" v="553" actId="47"/>
          <pc:sldLayoutMkLst>
            <pc:docMk/>
            <pc:sldMasterMk cId="0" sldId="2147483720"/>
            <pc:sldLayoutMk cId="0" sldId="2147483723"/>
          </pc:sldLayoutMkLst>
        </pc:sldLayoutChg>
        <pc:sldLayoutChg chg="del">
          <pc:chgData name="NV Nhận" userId="ef425cf36cd38040" providerId="LiveId" clId="{181914FC-3BFC-49FE-86CF-EE08CF42E5B0}" dt="2025-11-02T09:45:48.650" v="553" actId="47"/>
          <pc:sldLayoutMkLst>
            <pc:docMk/>
            <pc:sldMasterMk cId="0" sldId="2147483720"/>
            <pc:sldLayoutMk cId="0" sldId="2147483724"/>
          </pc:sldLayoutMkLst>
        </pc:sldLayoutChg>
        <pc:sldLayoutChg chg="del">
          <pc:chgData name="NV Nhận" userId="ef425cf36cd38040" providerId="LiveId" clId="{181914FC-3BFC-49FE-86CF-EE08CF42E5B0}" dt="2025-11-02T09:45:48.650" v="553" actId="47"/>
          <pc:sldLayoutMkLst>
            <pc:docMk/>
            <pc:sldMasterMk cId="0" sldId="2147483720"/>
            <pc:sldLayoutMk cId="0" sldId="2147483725"/>
          </pc:sldLayoutMkLst>
        </pc:sldLayoutChg>
        <pc:sldLayoutChg chg="del">
          <pc:chgData name="NV Nhận" userId="ef425cf36cd38040" providerId="LiveId" clId="{181914FC-3BFC-49FE-86CF-EE08CF42E5B0}" dt="2025-11-02T09:45:48.650" v="553" actId="47"/>
          <pc:sldLayoutMkLst>
            <pc:docMk/>
            <pc:sldMasterMk cId="0" sldId="2147483720"/>
            <pc:sldLayoutMk cId="0" sldId="2147483726"/>
          </pc:sldLayoutMkLst>
        </pc:sldLayoutChg>
        <pc:sldLayoutChg chg="del">
          <pc:chgData name="NV Nhận" userId="ef425cf36cd38040" providerId="LiveId" clId="{181914FC-3BFC-49FE-86CF-EE08CF42E5B0}" dt="2025-11-02T09:45:48.650" v="553" actId="47"/>
          <pc:sldLayoutMkLst>
            <pc:docMk/>
            <pc:sldMasterMk cId="0" sldId="2147483720"/>
            <pc:sldLayoutMk cId="0" sldId="2147483727"/>
          </pc:sldLayoutMkLst>
        </pc:sldLayoutChg>
        <pc:sldLayoutChg chg="del">
          <pc:chgData name="NV Nhận" userId="ef425cf36cd38040" providerId="LiveId" clId="{181914FC-3BFC-49FE-86CF-EE08CF42E5B0}" dt="2025-11-02T09:45:48.650" v="553" actId="47"/>
          <pc:sldLayoutMkLst>
            <pc:docMk/>
            <pc:sldMasterMk cId="0" sldId="2147483720"/>
            <pc:sldLayoutMk cId="0" sldId="2147483728"/>
          </pc:sldLayoutMkLst>
        </pc:sldLayoutChg>
        <pc:sldLayoutChg chg="del">
          <pc:chgData name="NV Nhận" userId="ef425cf36cd38040" providerId="LiveId" clId="{181914FC-3BFC-49FE-86CF-EE08CF42E5B0}" dt="2025-11-02T09:45:48.650" v="553" actId="47"/>
          <pc:sldLayoutMkLst>
            <pc:docMk/>
            <pc:sldMasterMk cId="0" sldId="2147483720"/>
            <pc:sldLayoutMk cId="0" sldId="2147483729"/>
          </pc:sldLayoutMkLst>
        </pc:sldLayoutChg>
        <pc:sldLayoutChg chg="del">
          <pc:chgData name="NV Nhận" userId="ef425cf36cd38040" providerId="LiveId" clId="{181914FC-3BFC-49FE-86CF-EE08CF42E5B0}" dt="2025-11-02T09:45:48.650" v="553" actId="47"/>
          <pc:sldLayoutMkLst>
            <pc:docMk/>
            <pc:sldMasterMk cId="0" sldId="2147483720"/>
            <pc:sldLayoutMk cId="0" sldId="2147483730"/>
          </pc:sldLayoutMkLst>
        </pc:sldLayoutChg>
        <pc:sldLayoutChg chg="del">
          <pc:chgData name="NV Nhận" userId="ef425cf36cd38040" providerId="LiveId" clId="{181914FC-3BFC-49FE-86CF-EE08CF42E5B0}" dt="2025-11-02T09:45:48.650" v="553" actId="47"/>
          <pc:sldLayoutMkLst>
            <pc:docMk/>
            <pc:sldMasterMk cId="0" sldId="2147483720"/>
            <pc:sldLayoutMk cId="0" sldId="2147483731"/>
          </pc:sldLayoutMkLst>
        </pc:sldLayoutChg>
      </pc:sldMasterChg>
      <pc:sldMasterChg chg="del delSldLayout">
        <pc:chgData name="NV Nhận" userId="ef425cf36cd38040" providerId="LiveId" clId="{181914FC-3BFC-49FE-86CF-EE08CF42E5B0}" dt="2025-11-02T09:45:48.650" v="553" actId="47"/>
        <pc:sldMasterMkLst>
          <pc:docMk/>
          <pc:sldMasterMk cId="0" sldId="2147483732"/>
        </pc:sldMasterMkLst>
        <pc:sldLayoutChg chg="del">
          <pc:chgData name="NV Nhận" userId="ef425cf36cd38040" providerId="LiveId" clId="{181914FC-3BFC-49FE-86CF-EE08CF42E5B0}" dt="2025-11-02T09:45:48.650" v="553" actId="47"/>
          <pc:sldLayoutMkLst>
            <pc:docMk/>
            <pc:sldMasterMk cId="0" sldId="2147483732"/>
            <pc:sldLayoutMk cId="0" sldId="2147483733"/>
          </pc:sldLayoutMkLst>
        </pc:sldLayoutChg>
        <pc:sldLayoutChg chg="del">
          <pc:chgData name="NV Nhận" userId="ef425cf36cd38040" providerId="LiveId" clId="{181914FC-3BFC-49FE-86CF-EE08CF42E5B0}" dt="2025-11-02T09:45:48.650" v="553" actId="47"/>
          <pc:sldLayoutMkLst>
            <pc:docMk/>
            <pc:sldMasterMk cId="0" sldId="2147483732"/>
            <pc:sldLayoutMk cId="0" sldId="2147483734"/>
          </pc:sldLayoutMkLst>
        </pc:sldLayoutChg>
        <pc:sldLayoutChg chg="del">
          <pc:chgData name="NV Nhận" userId="ef425cf36cd38040" providerId="LiveId" clId="{181914FC-3BFC-49FE-86CF-EE08CF42E5B0}" dt="2025-11-02T09:45:48.650" v="553" actId="47"/>
          <pc:sldLayoutMkLst>
            <pc:docMk/>
            <pc:sldMasterMk cId="0" sldId="2147483732"/>
            <pc:sldLayoutMk cId="0" sldId="2147483735"/>
          </pc:sldLayoutMkLst>
        </pc:sldLayoutChg>
        <pc:sldLayoutChg chg="del">
          <pc:chgData name="NV Nhận" userId="ef425cf36cd38040" providerId="LiveId" clId="{181914FC-3BFC-49FE-86CF-EE08CF42E5B0}" dt="2025-11-02T09:45:48.650" v="553" actId="47"/>
          <pc:sldLayoutMkLst>
            <pc:docMk/>
            <pc:sldMasterMk cId="0" sldId="2147483732"/>
            <pc:sldLayoutMk cId="0" sldId="2147483736"/>
          </pc:sldLayoutMkLst>
        </pc:sldLayoutChg>
        <pc:sldLayoutChg chg="del">
          <pc:chgData name="NV Nhận" userId="ef425cf36cd38040" providerId="LiveId" clId="{181914FC-3BFC-49FE-86CF-EE08CF42E5B0}" dt="2025-11-02T09:45:48.650" v="553" actId="47"/>
          <pc:sldLayoutMkLst>
            <pc:docMk/>
            <pc:sldMasterMk cId="0" sldId="2147483732"/>
            <pc:sldLayoutMk cId="0" sldId="2147483737"/>
          </pc:sldLayoutMkLst>
        </pc:sldLayoutChg>
        <pc:sldLayoutChg chg="del">
          <pc:chgData name="NV Nhận" userId="ef425cf36cd38040" providerId="LiveId" clId="{181914FC-3BFC-49FE-86CF-EE08CF42E5B0}" dt="2025-11-02T09:45:48.650" v="553" actId="47"/>
          <pc:sldLayoutMkLst>
            <pc:docMk/>
            <pc:sldMasterMk cId="0" sldId="2147483732"/>
            <pc:sldLayoutMk cId="0" sldId="2147483738"/>
          </pc:sldLayoutMkLst>
        </pc:sldLayoutChg>
        <pc:sldLayoutChg chg="del">
          <pc:chgData name="NV Nhận" userId="ef425cf36cd38040" providerId="LiveId" clId="{181914FC-3BFC-49FE-86CF-EE08CF42E5B0}" dt="2025-11-02T09:45:48.650" v="553" actId="47"/>
          <pc:sldLayoutMkLst>
            <pc:docMk/>
            <pc:sldMasterMk cId="0" sldId="2147483732"/>
            <pc:sldLayoutMk cId="0" sldId="2147483739"/>
          </pc:sldLayoutMkLst>
        </pc:sldLayoutChg>
        <pc:sldLayoutChg chg="del">
          <pc:chgData name="NV Nhận" userId="ef425cf36cd38040" providerId="LiveId" clId="{181914FC-3BFC-49FE-86CF-EE08CF42E5B0}" dt="2025-11-02T09:45:48.650" v="553" actId="47"/>
          <pc:sldLayoutMkLst>
            <pc:docMk/>
            <pc:sldMasterMk cId="0" sldId="2147483732"/>
            <pc:sldLayoutMk cId="0" sldId="2147483740"/>
          </pc:sldLayoutMkLst>
        </pc:sldLayoutChg>
        <pc:sldLayoutChg chg="del">
          <pc:chgData name="NV Nhận" userId="ef425cf36cd38040" providerId="LiveId" clId="{181914FC-3BFC-49FE-86CF-EE08CF42E5B0}" dt="2025-11-02T09:45:48.650" v="553" actId="47"/>
          <pc:sldLayoutMkLst>
            <pc:docMk/>
            <pc:sldMasterMk cId="0" sldId="2147483732"/>
            <pc:sldLayoutMk cId="0" sldId="2147483741"/>
          </pc:sldLayoutMkLst>
        </pc:sldLayoutChg>
        <pc:sldLayoutChg chg="del">
          <pc:chgData name="NV Nhận" userId="ef425cf36cd38040" providerId="LiveId" clId="{181914FC-3BFC-49FE-86CF-EE08CF42E5B0}" dt="2025-11-02T09:45:48.650" v="553" actId="47"/>
          <pc:sldLayoutMkLst>
            <pc:docMk/>
            <pc:sldMasterMk cId="0" sldId="2147483732"/>
            <pc:sldLayoutMk cId="0" sldId="2147483742"/>
          </pc:sldLayoutMkLst>
        </pc:sldLayoutChg>
        <pc:sldLayoutChg chg="del">
          <pc:chgData name="NV Nhận" userId="ef425cf36cd38040" providerId="LiveId" clId="{181914FC-3BFC-49FE-86CF-EE08CF42E5B0}" dt="2025-11-02T09:45:48.650" v="553" actId="47"/>
          <pc:sldLayoutMkLst>
            <pc:docMk/>
            <pc:sldMasterMk cId="0" sldId="2147483732"/>
            <pc:sldLayoutMk cId="0" sldId="2147483743"/>
          </pc:sldLayoutMkLst>
        </pc:sldLayoutChg>
      </pc:sldMasterChg>
      <pc:sldMasterChg chg="del delSldLayout">
        <pc:chgData name="NV Nhận" userId="ef425cf36cd38040" providerId="LiveId" clId="{181914FC-3BFC-49FE-86CF-EE08CF42E5B0}" dt="2025-11-02T09:45:48.650" v="553" actId="47"/>
        <pc:sldMasterMkLst>
          <pc:docMk/>
          <pc:sldMasterMk cId="0" sldId="2147483744"/>
        </pc:sldMasterMkLst>
        <pc:sldLayoutChg chg="del">
          <pc:chgData name="NV Nhận" userId="ef425cf36cd38040" providerId="LiveId" clId="{181914FC-3BFC-49FE-86CF-EE08CF42E5B0}" dt="2025-11-02T09:45:48.650" v="553" actId="47"/>
          <pc:sldLayoutMkLst>
            <pc:docMk/>
            <pc:sldMasterMk cId="0" sldId="2147483744"/>
            <pc:sldLayoutMk cId="0" sldId="2147483745"/>
          </pc:sldLayoutMkLst>
        </pc:sldLayoutChg>
        <pc:sldLayoutChg chg="del">
          <pc:chgData name="NV Nhận" userId="ef425cf36cd38040" providerId="LiveId" clId="{181914FC-3BFC-49FE-86CF-EE08CF42E5B0}" dt="2025-11-02T09:45:48.650" v="553" actId="47"/>
          <pc:sldLayoutMkLst>
            <pc:docMk/>
            <pc:sldMasterMk cId="0" sldId="2147483744"/>
            <pc:sldLayoutMk cId="0" sldId="2147483746"/>
          </pc:sldLayoutMkLst>
        </pc:sldLayoutChg>
        <pc:sldLayoutChg chg="del">
          <pc:chgData name="NV Nhận" userId="ef425cf36cd38040" providerId="LiveId" clId="{181914FC-3BFC-49FE-86CF-EE08CF42E5B0}" dt="2025-11-02T09:45:48.650" v="553" actId="47"/>
          <pc:sldLayoutMkLst>
            <pc:docMk/>
            <pc:sldMasterMk cId="0" sldId="2147483744"/>
            <pc:sldLayoutMk cId="0" sldId="2147483747"/>
          </pc:sldLayoutMkLst>
        </pc:sldLayoutChg>
        <pc:sldLayoutChg chg="del">
          <pc:chgData name="NV Nhận" userId="ef425cf36cd38040" providerId="LiveId" clId="{181914FC-3BFC-49FE-86CF-EE08CF42E5B0}" dt="2025-11-02T09:45:48.650" v="553" actId="47"/>
          <pc:sldLayoutMkLst>
            <pc:docMk/>
            <pc:sldMasterMk cId="0" sldId="2147483744"/>
            <pc:sldLayoutMk cId="0" sldId="2147483748"/>
          </pc:sldLayoutMkLst>
        </pc:sldLayoutChg>
        <pc:sldLayoutChg chg="del">
          <pc:chgData name="NV Nhận" userId="ef425cf36cd38040" providerId="LiveId" clId="{181914FC-3BFC-49FE-86CF-EE08CF42E5B0}" dt="2025-11-02T09:45:48.650" v="553" actId="47"/>
          <pc:sldLayoutMkLst>
            <pc:docMk/>
            <pc:sldMasterMk cId="0" sldId="2147483744"/>
            <pc:sldLayoutMk cId="0" sldId="2147483749"/>
          </pc:sldLayoutMkLst>
        </pc:sldLayoutChg>
        <pc:sldLayoutChg chg="del">
          <pc:chgData name="NV Nhận" userId="ef425cf36cd38040" providerId="LiveId" clId="{181914FC-3BFC-49FE-86CF-EE08CF42E5B0}" dt="2025-11-02T09:45:48.650" v="553" actId="47"/>
          <pc:sldLayoutMkLst>
            <pc:docMk/>
            <pc:sldMasterMk cId="0" sldId="2147483744"/>
            <pc:sldLayoutMk cId="0" sldId="2147483750"/>
          </pc:sldLayoutMkLst>
        </pc:sldLayoutChg>
        <pc:sldLayoutChg chg="del">
          <pc:chgData name="NV Nhận" userId="ef425cf36cd38040" providerId="LiveId" clId="{181914FC-3BFC-49FE-86CF-EE08CF42E5B0}" dt="2025-11-02T09:45:48.650" v="553" actId="47"/>
          <pc:sldLayoutMkLst>
            <pc:docMk/>
            <pc:sldMasterMk cId="0" sldId="2147483744"/>
            <pc:sldLayoutMk cId="0" sldId="2147483751"/>
          </pc:sldLayoutMkLst>
        </pc:sldLayoutChg>
        <pc:sldLayoutChg chg="del">
          <pc:chgData name="NV Nhận" userId="ef425cf36cd38040" providerId="LiveId" clId="{181914FC-3BFC-49FE-86CF-EE08CF42E5B0}" dt="2025-11-02T09:45:48.650" v="553" actId="47"/>
          <pc:sldLayoutMkLst>
            <pc:docMk/>
            <pc:sldMasterMk cId="0" sldId="2147483744"/>
            <pc:sldLayoutMk cId="0" sldId="2147483752"/>
          </pc:sldLayoutMkLst>
        </pc:sldLayoutChg>
        <pc:sldLayoutChg chg="del">
          <pc:chgData name="NV Nhận" userId="ef425cf36cd38040" providerId="LiveId" clId="{181914FC-3BFC-49FE-86CF-EE08CF42E5B0}" dt="2025-11-02T09:45:48.650" v="553" actId="47"/>
          <pc:sldLayoutMkLst>
            <pc:docMk/>
            <pc:sldMasterMk cId="0" sldId="2147483744"/>
            <pc:sldLayoutMk cId="0" sldId="2147483753"/>
          </pc:sldLayoutMkLst>
        </pc:sldLayoutChg>
        <pc:sldLayoutChg chg="del">
          <pc:chgData name="NV Nhận" userId="ef425cf36cd38040" providerId="LiveId" clId="{181914FC-3BFC-49FE-86CF-EE08CF42E5B0}" dt="2025-11-02T09:45:48.650" v="553" actId="47"/>
          <pc:sldLayoutMkLst>
            <pc:docMk/>
            <pc:sldMasterMk cId="0" sldId="2147483744"/>
            <pc:sldLayoutMk cId="0" sldId="2147483754"/>
          </pc:sldLayoutMkLst>
        </pc:sldLayoutChg>
        <pc:sldLayoutChg chg="del">
          <pc:chgData name="NV Nhận" userId="ef425cf36cd38040" providerId="LiveId" clId="{181914FC-3BFC-49FE-86CF-EE08CF42E5B0}" dt="2025-11-02T09:45:48.650" v="553" actId="47"/>
          <pc:sldLayoutMkLst>
            <pc:docMk/>
            <pc:sldMasterMk cId="0" sldId="2147483744"/>
            <pc:sldLayoutMk cId="0" sldId="2147483755"/>
          </pc:sldLayoutMkLst>
        </pc:sldLayoutChg>
      </pc:sldMasterChg>
      <pc:sldMasterChg chg="del delSldLayout">
        <pc:chgData name="NV Nhận" userId="ef425cf36cd38040" providerId="LiveId" clId="{181914FC-3BFC-49FE-86CF-EE08CF42E5B0}" dt="2025-11-02T09:45:48.650" v="553" actId="47"/>
        <pc:sldMasterMkLst>
          <pc:docMk/>
          <pc:sldMasterMk cId="0" sldId="2147483756"/>
        </pc:sldMasterMkLst>
        <pc:sldLayoutChg chg="del">
          <pc:chgData name="NV Nhận" userId="ef425cf36cd38040" providerId="LiveId" clId="{181914FC-3BFC-49FE-86CF-EE08CF42E5B0}" dt="2025-11-02T09:45:48.650" v="553" actId="47"/>
          <pc:sldLayoutMkLst>
            <pc:docMk/>
            <pc:sldMasterMk cId="0" sldId="2147483756"/>
            <pc:sldLayoutMk cId="0" sldId="2147483757"/>
          </pc:sldLayoutMkLst>
        </pc:sldLayoutChg>
        <pc:sldLayoutChg chg="del">
          <pc:chgData name="NV Nhận" userId="ef425cf36cd38040" providerId="LiveId" clId="{181914FC-3BFC-49FE-86CF-EE08CF42E5B0}" dt="2025-11-02T09:45:48.650" v="553" actId="47"/>
          <pc:sldLayoutMkLst>
            <pc:docMk/>
            <pc:sldMasterMk cId="0" sldId="2147483756"/>
            <pc:sldLayoutMk cId="0" sldId="2147483758"/>
          </pc:sldLayoutMkLst>
        </pc:sldLayoutChg>
        <pc:sldLayoutChg chg="del">
          <pc:chgData name="NV Nhận" userId="ef425cf36cd38040" providerId="LiveId" clId="{181914FC-3BFC-49FE-86CF-EE08CF42E5B0}" dt="2025-11-02T09:45:48.650" v="553" actId="47"/>
          <pc:sldLayoutMkLst>
            <pc:docMk/>
            <pc:sldMasterMk cId="0" sldId="2147483756"/>
            <pc:sldLayoutMk cId="0" sldId="2147483759"/>
          </pc:sldLayoutMkLst>
        </pc:sldLayoutChg>
        <pc:sldLayoutChg chg="del">
          <pc:chgData name="NV Nhận" userId="ef425cf36cd38040" providerId="LiveId" clId="{181914FC-3BFC-49FE-86CF-EE08CF42E5B0}" dt="2025-11-02T09:45:48.650" v="553" actId="47"/>
          <pc:sldLayoutMkLst>
            <pc:docMk/>
            <pc:sldMasterMk cId="0" sldId="2147483756"/>
            <pc:sldLayoutMk cId="0" sldId="2147483760"/>
          </pc:sldLayoutMkLst>
        </pc:sldLayoutChg>
        <pc:sldLayoutChg chg="del">
          <pc:chgData name="NV Nhận" userId="ef425cf36cd38040" providerId="LiveId" clId="{181914FC-3BFC-49FE-86CF-EE08CF42E5B0}" dt="2025-11-02T09:45:48.650" v="553" actId="47"/>
          <pc:sldLayoutMkLst>
            <pc:docMk/>
            <pc:sldMasterMk cId="0" sldId="2147483756"/>
            <pc:sldLayoutMk cId="0" sldId="2147483761"/>
          </pc:sldLayoutMkLst>
        </pc:sldLayoutChg>
        <pc:sldLayoutChg chg="del">
          <pc:chgData name="NV Nhận" userId="ef425cf36cd38040" providerId="LiveId" clId="{181914FC-3BFC-49FE-86CF-EE08CF42E5B0}" dt="2025-11-02T09:45:48.650" v="553" actId="47"/>
          <pc:sldLayoutMkLst>
            <pc:docMk/>
            <pc:sldMasterMk cId="0" sldId="2147483756"/>
            <pc:sldLayoutMk cId="0" sldId="2147483762"/>
          </pc:sldLayoutMkLst>
        </pc:sldLayoutChg>
        <pc:sldLayoutChg chg="del">
          <pc:chgData name="NV Nhận" userId="ef425cf36cd38040" providerId="LiveId" clId="{181914FC-3BFC-49FE-86CF-EE08CF42E5B0}" dt="2025-11-02T09:45:48.650" v="553" actId="47"/>
          <pc:sldLayoutMkLst>
            <pc:docMk/>
            <pc:sldMasterMk cId="0" sldId="2147483756"/>
            <pc:sldLayoutMk cId="0" sldId="2147483763"/>
          </pc:sldLayoutMkLst>
        </pc:sldLayoutChg>
        <pc:sldLayoutChg chg="del">
          <pc:chgData name="NV Nhận" userId="ef425cf36cd38040" providerId="LiveId" clId="{181914FC-3BFC-49FE-86CF-EE08CF42E5B0}" dt="2025-11-02T09:45:48.650" v="553" actId="47"/>
          <pc:sldLayoutMkLst>
            <pc:docMk/>
            <pc:sldMasterMk cId="0" sldId="2147483756"/>
            <pc:sldLayoutMk cId="0" sldId="2147483764"/>
          </pc:sldLayoutMkLst>
        </pc:sldLayoutChg>
        <pc:sldLayoutChg chg="del">
          <pc:chgData name="NV Nhận" userId="ef425cf36cd38040" providerId="LiveId" clId="{181914FC-3BFC-49FE-86CF-EE08CF42E5B0}" dt="2025-11-02T09:45:48.650" v="553" actId="47"/>
          <pc:sldLayoutMkLst>
            <pc:docMk/>
            <pc:sldMasterMk cId="0" sldId="2147483756"/>
            <pc:sldLayoutMk cId="0" sldId="2147483765"/>
          </pc:sldLayoutMkLst>
        </pc:sldLayoutChg>
        <pc:sldLayoutChg chg="del">
          <pc:chgData name="NV Nhận" userId="ef425cf36cd38040" providerId="LiveId" clId="{181914FC-3BFC-49FE-86CF-EE08CF42E5B0}" dt="2025-11-02T09:45:48.650" v="553" actId="47"/>
          <pc:sldLayoutMkLst>
            <pc:docMk/>
            <pc:sldMasterMk cId="0" sldId="2147483756"/>
            <pc:sldLayoutMk cId="0" sldId="2147483766"/>
          </pc:sldLayoutMkLst>
        </pc:sldLayoutChg>
        <pc:sldLayoutChg chg="del">
          <pc:chgData name="NV Nhận" userId="ef425cf36cd38040" providerId="LiveId" clId="{181914FC-3BFC-49FE-86CF-EE08CF42E5B0}" dt="2025-11-02T09:45:48.650" v="553" actId="47"/>
          <pc:sldLayoutMkLst>
            <pc:docMk/>
            <pc:sldMasterMk cId="0" sldId="2147483756"/>
            <pc:sldLayoutMk cId="0" sldId="2147483767"/>
          </pc:sldLayoutMkLst>
        </pc:sldLayoutChg>
      </pc:sldMasterChg>
      <pc:sldMasterChg chg="del delSldLayout">
        <pc:chgData name="NV Nhận" userId="ef425cf36cd38040" providerId="LiveId" clId="{181914FC-3BFC-49FE-86CF-EE08CF42E5B0}" dt="2025-11-02T09:45:48.650" v="553" actId="47"/>
        <pc:sldMasterMkLst>
          <pc:docMk/>
          <pc:sldMasterMk cId="0" sldId="2147483768"/>
        </pc:sldMasterMkLst>
        <pc:sldLayoutChg chg="del">
          <pc:chgData name="NV Nhận" userId="ef425cf36cd38040" providerId="LiveId" clId="{181914FC-3BFC-49FE-86CF-EE08CF42E5B0}" dt="2025-11-02T09:45:48.650" v="553" actId="47"/>
          <pc:sldLayoutMkLst>
            <pc:docMk/>
            <pc:sldMasterMk cId="0" sldId="2147483768"/>
            <pc:sldLayoutMk cId="0" sldId="2147483769"/>
          </pc:sldLayoutMkLst>
        </pc:sldLayoutChg>
        <pc:sldLayoutChg chg="del">
          <pc:chgData name="NV Nhận" userId="ef425cf36cd38040" providerId="LiveId" clId="{181914FC-3BFC-49FE-86CF-EE08CF42E5B0}" dt="2025-11-02T09:45:48.650" v="553" actId="47"/>
          <pc:sldLayoutMkLst>
            <pc:docMk/>
            <pc:sldMasterMk cId="0" sldId="2147483768"/>
            <pc:sldLayoutMk cId="0" sldId="2147483770"/>
          </pc:sldLayoutMkLst>
        </pc:sldLayoutChg>
        <pc:sldLayoutChg chg="del">
          <pc:chgData name="NV Nhận" userId="ef425cf36cd38040" providerId="LiveId" clId="{181914FC-3BFC-49FE-86CF-EE08CF42E5B0}" dt="2025-11-02T09:45:48.650" v="553" actId="47"/>
          <pc:sldLayoutMkLst>
            <pc:docMk/>
            <pc:sldMasterMk cId="0" sldId="2147483768"/>
            <pc:sldLayoutMk cId="0" sldId="2147483771"/>
          </pc:sldLayoutMkLst>
        </pc:sldLayoutChg>
        <pc:sldLayoutChg chg="del">
          <pc:chgData name="NV Nhận" userId="ef425cf36cd38040" providerId="LiveId" clId="{181914FC-3BFC-49FE-86CF-EE08CF42E5B0}" dt="2025-11-02T09:45:48.650" v="553" actId="47"/>
          <pc:sldLayoutMkLst>
            <pc:docMk/>
            <pc:sldMasterMk cId="0" sldId="2147483768"/>
            <pc:sldLayoutMk cId="0" sldId="2147483772"/>
          </pc:sldLayoutMkLst>
        </pc:sldLayoutChg>
        <pc:sldLayoutChg chg="del">
          <pc:chgData name="NV Nhận" userId="ef425cf36cd38040" providerId="LiveId" clId="{181914FC-3BFC-49FE-86CF-EE08CF42E5B0}" dt="2025-11-02T09:45:48.650" v="553" actId="47"/>
          <pc:sldLayoutMkLst>
            <pc:docMk/>
            <pc:sldMasterMk cId="0" sldId="2147483768"/>
            <pc:sldLayoutMk cId="0" sldId="2147483773"/>
          </pc:sldLayoutMkLst>
        </pc:sldLayoutChg>
        <pc:sldLayoutChg chg="del">
          <pc:chgData name="NV Nhận" userId="ef425cf36cd38040" providerId="LiveId" clId="{181914FC-3BFC-49FE-86CF-EE08CF42E5B0}" dt="2025-11-02T09:45:48.650" v="553" actId="47"/>
          <pc:sldLayoutMkLst>
            <pc:docMk/>
            <pc:sldMasterMk cId="0" sldId="2147483768"/>
            <pc:sldLayoutMk cId="0" sldId="2147483774"/>
          </pc:sldLayoutMkLst>
        </pc:sldLayoutChg>
        <pc:sldLayoutChg chg="del">
          <pc:chgData name="NV Nhận" userId="ef425cf36cd38040" providerId="LiveId" clId="{181914FC-3BFC-49FE-86CF-EE08CF42E5B0}" dt="2025-11-02T09:45:48.650" v="553" actId="47"/>
          <pc:sldLayoutMkLst>
            <pc:docMk/>
            <pc:sldMasterMk cId="0" sldId="2147483768"/>
            <pc:sldLayoutMk cId="0" sldId="2147483775"/>
          </pc:sldLayoutMkLst>
        </pc:sldLayoutChg>
        <pc:sldLayoutChg chg="del">
          <pc:chgData name="NV Nhận" userId="ef425cf36cd38040" providerId="LiveId" clId="{181914FC-3BFC-49FE-86CF-EE08CF42E5B0}" dt="2025-11-02T09:45:48.650" v="553" actId="47"/>
          <pc:sldLayoutMkLst>
            <pc:docMk/>
            <pc:sldMasterMk cId="0" sldId="2147483768"/>
            <pc:sldLayoutMk cId="0" sldId="2147483776"/>
          </pc:sldLayoutMkLst>
        </pc:sldLayoutChg>
        <pc:sldLayoutChg chg="del">
          <pc:chgData name="NV Nhận" userId="ef425cf36cd38040" providerId="LiveId" clId="{181914FC-3BFC-49FE-86CF-EE08CF42E5B0}" dt="2025-11-02T09:45:48.650" v="553" actId="47"/>
          <pc:sldLayoutMkLst>
            <pc:docMk/>
            <pc:sldMasterMk cId="0" sldId="2147483768"/>
            <pc:sldLayoutMk cId="0" sldId="2147483777"/>
          </pc:sldLayoutMkLst>
        </pc:sldLayoutChg>
        <pc:sldLayoutChg chg="del">
          <pc:chgData name="NV Nhận" userId="ef425cf36cd38040" providerId="LiveId" clId="{181914FC-3BFC-49FE-86CF-EE08CF42E5B0}" dt="2025-11-02T09:45:48.650" v="553" actId="47"/>
          <pc:sldLayoutMkLst>
            <pc:docMk/>
            <pc:sldMasterMk cId="0" sldId="2147483768"/>
            <pc:sldLayoutMk cId="0" sldId="2147483778"/>
          </pc:sldLayoutMkLst>
        </pc:sldLayoutChg>
        <pc:sldLayoutChg chg="del">
          <pc:chgData name="NV Nhận" userId="ef425cf36cd38040" providerId="LiveId" clId="{181914FC-3BFC-49FE-86CF-EE08CF42E5B0}" dt="2025-11-02T09:45:48.650" v="553" actId="47"/>
          <pc:sldLayoutMkLst>
            <pc:docMk/>
            <pc:sldMasterMk cId="0" sldId="2147483768"/>
            <pc:sldLayoutMk cId="0" sldId="2147483779"/>
          </pc:sldLayoutMkLst>
        </pc:sldLayoutChg>
      </pc:sldMasterChg>
      <pc:sldMasterChg chg="del delSldLayout">
        <pc:chgData name="NV Nhận" userId="ef425cf36cd38040" providerId="LiveId" clId="{181914FC-3BFC-49FE-86CF-EE08CF42E5B0}" dt="2025-11-02T09:45:48.650" v="553" actId="47"/>
        <pc:sldMasterMkLst>
          <pc:docMk/>
          <pc:sldMasterMk cId="0" sldId="2147483780"/>
        </pc:sldMasterMkLst>
        <pc:sldLayoutChg chg="del">
          <pc:chgData name="NV Nhận" userId="ef425cf36cd38040" providerId="LiveId" clId="{181914FC-3BFC-49FE-86CF-EE08CF42E5B0}" dt="2025-11-02T09:45:48.650" v="553" actId="47"/>
          <pc:sldLayoutMkLst>
            <pc:docMk/>
            <pc:sldMasterMk cId="0" sldId="2147483780"/>
            <pc:sldLayoutMk cId="0" sldId="2147483781"/>
          </pc:sldLayoutMkLst>
        </pc:sldLayoutChg>
        <pc:sldLayoutChg chg="del">
          <pc:chgData name="NV Nhận" userId="ef425cf36cd38040" providerId="LiveId" clId="{181914FC-3BFC-49FE-86CF-EE08CF42E5B0}" dt="2025-11-02T09:45:48.650" v="553" actId="47"/>
          <pc:sldLayoutMkLst>
            <pc:docMk/>
            <pc:sldMasterMk cId="0" sldId="2147483780"/>
            <pc:sldLayoutMk cId="0" sldId="2147483782"/>
          </pc:sldLayoutMkLst>
        </pc:sldLayoutChg>
        <pc:sldLayoutChg chg="del">
          <pc:chgData name="NV Nhận" userId="ef425cf36cd38040" providerId="LiveId" clId="{181914FC-3BFC-49FE-86CF-EE08CF42E5B0}" dt="2025-11-02T09:45:48.650" v="553" actId="47"/>
          <pc:sldLayoutMkLst>
            <pc:docMk/>
            <pc:sldMasterMk cId="0" sldId="2147483780"/>
            <pc:sldLayoutMk cId="0" sldId="2147483783"/>
          </pc:sldLayoutMkLst>
        </pc:sldLayoutChg>
        <pc:sldLayoutChg chg="del">
          <pc:chgData name="NV Nhận" userId="ef425cf36cd38040" providerId="LiveId" clId="{181914FC-3BFC-49FE-86CF-EE08CF42E5B0}" dt="2025-11-02T09:45:48.650" v="553" actId="47"/>
          <pc:sldLayoutMkLst>
            <pc:docMk/>
            <pc:sldMasterMk cId="0" sldId="2147483780"/>
            <pc:sldLayoutMk cId="0" sldId="2147483784"/>
          </pc:sldLayoutMkLst>
        </pc:sldLayoutChg>
        <pc:sldLayoutChg chg="del">
          <pc:chgData name="NV Nhận" userId="ef425cf36cd38040" providerId="LiveId" clId="{181914FC-3BFC-49FE-86CF-EE08CF42E5B0}" dt="2025-11-02T09:45:48.650" v="553" actId="47"/>
          <pc:sldLayoutMkLst>
            <pc:docMk/>
            <pc:sldMasterMk cId="0" sldId="2147483780"/>
            <pc:sldLayoutMk cId="0" sldId="2147483785"/>
          </pc:sldLayoutMkLst>
        </pc:sldLayoutChg>
        <pc:sldLayoutChg chg="del">
          <pc:chgData name="NV Nhận" userId="ef425cf36cd38040" providerId="LiveId" clId="{181914FC-3BFC-49FE-86CF-EE08CF42E5B0}" dt="2025-11-02T09:45:48.650" v="553" actId="47"/>
          <pc:sldLayoutMkLst>
            <pc:docMk/>
            <pc:sldMasterMk cId="0" sldId="2147483780"/>
            <pc:sldLayoutMk cId="0" sldId="2147483786"/>
          </pc:sldLayoutMkLst>
        </pc:sldLayoutChg>
        <pc:sldLayoutChg chg="del">
          <pc:chgData name="NV Nhận" userId="ef425cf36cd38040" providerId="LiveId" clId="{181914FC-3BFC-49FE-86CF-EE08CF42E5B0}" dt="2025-11-02T09:45:48.650" v="553" actId="47"/>
          <pc:sldLayoutMkLst>
            <pc:docMk/>
            <pc:sldMasterMk cId="0" sldId="2147483780"/>
            <pc:sldLayoutMk cId="0" sldId="2147483787"/>
          </pc:sldLayoutMkLst>
        </pc:sldLayoutChg>
        <pc:sldLayoutChg chg="del">
          <pc:chgData name="NV Nhận" userId="ef425cf36cd38040" providerId="LiveId" clId="{181914FC-3BFC-49FE-86CF-EE08CF42E5B0}" dt="2025-11-02T09:45:48.650" v="553" actId="47"/>
          <pc:sldLayoutMkLst>
            <pc:docMk/>
            <pc:sldMasterMk cId="0" sldId="2147483780"/>
            <pc:sldLayoutMk cId="0" sldId="2147483788"/>
          </pc:sldLayoutMkLst>
        </pc:sldLayoutChg>
        <pc:sldLayoutChg chg="del">
          <pc:chgData name="NV Nhận" userId="ef425cf36cd38040" providerId="LiveId" clId="{181914FC-3BFC-49FE-86CF-EE08CF42E5B0}" dt="2025-11-02T09:45:48.650" v="553" actId="47"/>
          <pc:sldLayoutMkLst>
            <pc:docMk/>
            <pc:sldMasterMk cId="0" sldId="2147483780"/>
            <pc:sldLayoutMk cId="0" sldId="2147483789"/>
          </pc:sldLayoutMkLst>
        </pc:sldLayoutChg>
        <pc:sldLayoutChg chg="del">
          <pc:chgData name="NV Nhận" userId="ef425cf36cd38040" providerId="LiveId" clId="{181914FC-3BFC-49FE-86CF-EE08CF42E5B0}" dt="2025-11-02T09:45:48.650" v="553" actId="47"/>
          <pc:sldLayoutMkLst>
            <pc:docMk/>
            <pc:sldMasterMk cId="0" sldId="2147483780"/>
            <pc:sldLayoutMk cId="0" sldId="2147483790"/>
          </pc:sldLayoutMkLst>
        </pc:sldLayoutChg>
        <pc:sldLayoutChg chg="del">
          <pc:chgData name="NV Nhận" userId="ef425cf36cd38040" providerId="LiveId" clId="{181914FC-3BFC-49FE-86CF-EE08CF42E5B0}" dt="2025-11-02T09:45:48.650" v="553" actId="47"/>
          <pc:sldLayoutMkLst>
            <pc:docMk/>
            <pc:sldMasterMk cId="0" sldId="2147483780"/>
            <pc:sldLayoutMk cId="0" sldId="2147483791"/>
          </pc:sldLayoutMkLst>
        </pc:sldLayoutChg>
      </pc:sldMasterChg>
      <pc:sldMasterChg chg="del delSldLayout">
        <pc:chgData name="NV Nhận" userId="ef425cf36cd38040" providerId="LiveId" clId="{181914FC-3BFC-49FE-86CF-EE08CF42E5B0}" dt="2025-11-02T09:45:48.650" v="553" actId="47"/>
        <pc:sldMasterMkLst>
          <pc:docMk/>
          <pc:sldMasterMk cId="0" sldId="2147483792"/>
        </pc:sldMasterMkLst>
        <pc:sldLayoutChg chg="del">
          <pc:chgData name="NV Nhận" userId="ef425cf36cd38040" providerId="LiveId" clId="{181914FC-3BFC-49FE-86CF-EE08CF42E5B0}" dt="2025-11-02T09:45:48.650" v="553" actId="47"/>
          <pc:sldLayoutMkLst>
            <pc:docMk/>
            <pc:sldMasterMk cId="0" sldId="2147483792"/>
            <pc:sldLayoutMk cId="0" sldId="2147483793"/>
          </pc:sldLayoutMkLst>
        </pc:sldLayoutChg>
        <pc:sldLayoutChg chg="del">
          <pc:chgData name="NV Nhận" userId="ef425cf36cd38040" providerId="LiveId" clId="{181914FC-3BFC-49FE-86CF-EE08CF42E5B0}" dt="2025-11-02T09:45:48.650" v="553" actId="47"/>
          <pc:sldLayoutMkLst>
            <pc:docMk/>
            <pc:sldMasterMk cId="0" sldId="2147483792"/>
            <pc:sldLayoutMk cId="0" sldId="2147483794"/>
          </pc:sldLayoutMkLst>
        </pc:sldLayoutChg>
        <pc:sldLayoutChg chg="del">
          <pc:chgData name="NV Nhận" userId="ef425cf36cd38040" providerId="LiveId" clId="{181914FC-3BFC-49FE-86CF-EE08CF42E5B0}" dt="2025-11-02T09:45:48.650" v="553" actId="47"/>
          <pc:sldLayoutMkLst>
            <pc:docMk/>
            <pc:sldMasterMk cId="0" sldId="2147483792"/>
            <pc:sldLayoutMk cId="0" sldId="2147483795"/>
          </pc:sldLayoutMkLst>
        </pc:sldLayoutChg>
        <pc:sldLayoutChg chg="del">
          <pc:chgData name="NV Nhận" userId="ef425cf36cd38040" providerId="LiveId" clId="{181914FC-3BFC-49FE-86CF-EE08CF42E5B0}" dt="2025-11-02T09:45:48.650" v="553" actId="47"/>
          <pc:sldLayoutMkLst>
            <pc:docMk/>
            <pc:sldMasterMk cId="0" sldId="2147483792"/>
            <pc:sldLayoutMk cId="0" sldId="2147483796"/>
          </pc:sldLayoutMkLst>
        </pc:sldLayoutChg>
        <pc:sldLayoutChg chg="del">
          <pc:chgData name="NV Nhận" userId="ef425cf36cd38040" providerId="LiveId" clId="{181914FC-3BFC-49FE-86CF-EE08CF42E5B0}" dt="2025-11-02T09:45:48.650" v="553" actId="47"/>
          <pc:sldLayoutMkLst>
            <pc:docMk/>
            <pc:sldMasterMk cId="0" sldId="2147483792"/>
            <pc:sldLayoutMk cId="0" sldId="2147483797"/>
          </pc:sldLayoutMkLst>
        </pc:sldLayoutChg>
        <pc:sldLayoutChg chg="del">
          <pc:chgData name="NV Nhận" userId="ef425cf36cd38040" providerId="LiveId" clId="{181914FC-3BFC-49FE-86CF-EE08CF42E5B0}" dt="2025-11-02T09:45:48.650" v="553" actId="47"/>
          <pc:sldLayoutMkLst>
            <pc:docMk/>
            <pc:sldMasterMk cId="0" sldId="2147483792"/>
            <pc:sldLayoutMk cId="0" sldId="2147483798"/>
          </pc:sldLayoutMkLst>
        </pc:sldLayoutChg>
        <pc:sldLayoutChg chg="del">
          <pc:chgData name="NV Nhận" userId="ef425cf36cd38040" providerId="LiveId" clId="{181914FC-3BFC-49FE-86CF-EE08CF42E5B0}" dt="2025-11-02T09:45:48.650" v="553" actId="47"/>
          <pc:sldLayoutMkLst>
            <pc:docMk/>
            <pc:sldMasterMk cId="0" sldId="2147483792"/>
            <pc:sldLayoutMk cId="0" sldId="2147483799"/>
          </pc:sldLayoutMkLst>
        </pc:sldLayoutChg>
        <pc:sldLayoutChg chg="del">
          <pc:chgData name="NV Nhận" userId="ef425cf36cd38040" providerId="LiveId" clId="{181914FC-3BFC-49FE-86CF-EE08CF42E5B0}" dt="2025-11-02T09:45:48.650" v="553" actId="47"/>
          <pc:sldLayoutMkLst>
            <pc:docMk/>
            <pc:sldMasterMk cId="0" sldId="2147483792"/>
            <pc:sldLayoutMk cId="0" sldId="2147483800"/>
          </pc:sldLayoutMkLst>
        </pc:sldLayoutChg>
        <pc:sldLayoutChg chg="del">
          <pc:chgData name="NV Nhận" userId="ef425cf36cd38040" providerId="LiveId" clId="{181914FC-3BFC-49FE-86CF-EE08CF42E5B0}" dt="2025-11-02T09:45:48.650" v="553" actId="47"/>
          <pc:sldLayoutMkLst>
            <pc:docMk/>
            <pc:sldMasterMk cId="0" sldId="2147483792"/>
            <pc:sldLayoutMk cId="0" sldId="2147483801"/>
          </pc:sldLayoutMkLst>
        </pc:sldLayoutChg>
        <pc:sldLayoutChg chg="del">
          <pc:chgData name="NV Nhận" userId="ef425cf36cd38040" providerId="LiveId" clId="{181914FC-3BFC-49FE-86CF-EE08CF42E5B0}" dt="2025-11-02T09:45:48.650" v="553" actId="47"/>
          <pc:sldLayoutMkLst>
            <pc:docMk/>
            <pc:sldMasterMk cId="0" sldId="2147483792"/>
            <pc:sldLayoutMk cId="0" sldId="2147483802"/>
          </pc:sldLayoutMkLst>
        </pc:sldLayoutChg>
        <pc:sldLayoutChg chg="del">
          <pc:chgData name="NV Nhận" userId="ef425cf36cd38040" providerId="LiveId" clId="{181914FC-3BFC-49FE-86CF-EE08CF42E5B0}" dt="2025-11-02T09:45:48.650" v="553" actId="47"/>
          <pc:sldLayoutMkLst>
            <pc:docMk/>
            <pc:sldMasterMk cId="0" sldId="2147483792"/>
            <pc:sldLayoutMk cId="0" sldId="2147483803"/>
          </pc:sldLayoutMkLst>
        </pc:sldLayoutChg>
      </pc:sldMasterChg>
      <pc:sldMasterChg chg="del delSldLayout">
        <pc:chgData name="NV Nhận" userId="ef425cf36cd38040" providerId="LiveId" clId="{181914FC-3BFC-49FE-86CF-EE08CF42E5B0}" dt="2025-11-02T09:45:48.650" v="553" actId="47"/>
        <pc:sldMasterMkLst>
          <pc:docMk/>
          <pc:sldMasterMk cId="0" sldId="2147483804"/>
        </pc:sldMasterMkLst>
        <pc:sldLayoutChg chg="del">
          <pc:chgData name="NV Nhận" userId="ef425cf36cd38040" providerId="LiveId" clId="{181914FC-3BFC-49FE-86CF-EE08CF42E5B0}" dt="2025-11-02T09:45:48.650" v="553" actId="47"/>
          <pc:sldLayoutMkLst>
            <pc:docMk/>
            <pc:sldMasterMk cId="0" sldId="2147483804"/>
            <pc:sldLayoutMk cId="0" sldId="2147483805"/>
          </pc:sldLayoutMkLst>
        </pc:sldLayoutChg>
        <pc:sldLayoutChg chg="del">
          <pc:chgData name="NV Nhận" userId="ef425cf36cd38040" providerId="LiveId" clId="{181914FC-3BFC-49FE-86CF-EE08CF42E5B0}" dt="2025-11-02T09:45:48.650" v="553" actId="47"/>
          <pc:sldLayoutMkLst>
            <pc:docMk/>
            <pc:sldMasterMk cId="0" sldId="2147483804"/>
            <pc:sldLayoutMk cId="0" sldId="2147483806"/>
          </pc:sldLayoutMkLst>
        </pc:sldLayoutChg>
        <pc:sldLayoutChg chg="del">
          <pc:chgData name="NV Nhận" userId="ef425cf36cd38040" providerId="LiveId" clId="{181914FC-3BFC-49FE-86CF-EE08CF42E5B0}" dt="2025-11-02T09:45:48.650" v="553" actId="47"/>
          <pc:sldLayoutMkLst>
            <pc:docMk/>
            <pc:sldMasterMk cId="0" sldId="2147483804"/>
            <pc:sldLayoutMk cId="0" sldId="2147483807"/>
          </pc:sldLayoutMkLst>
        </pc:sldLayoutChg>
        <pc:sldLayoutChg chg="del">
          <pc:chgData name="NV Nhận" userId="ef425cf36cd38040" providerId="LiveId" clId="{181914FC-3BFC-49FE-86CF-EE08CF42E5B0}" dt="2025-11-02T09:45:48.650" v="553" actId="47"/>
          <pc:sldLayoutMkLst>
            <pc:docMk/>
            <pc:sldMasterMk cId="0" sldId="2147483804"/>
            <pc:sldLayoutMk cId="0" sldId="2147483808"/>
          </pc:sldLayoutMkLst>
        </pc:sldLayoutChg>
        <pc:sldLayoutChg chg="del">
          <pc:chgData name="NV Nhận" userId="ef425cf36cd38040" providerId="LiveId" clId="{181914FC-3BFC-49FE-86CF-EE08CF42E5B0}" dt="2025-11-02T09:45:48.650" v="553" actId="47"/>
          <pc:sldLayoutMkLst>
            <pc:docMk/>
            <pc:sldMasterMk cId="0" sldId="2147483804"/>
            <pc:sldLayoutMk cId="0" sldId="2147483809"/>
          </pc:sldLayoutMkLst>
        </pc:sldLayoutChg>
        <pc:sldLayoutChg chg="del">
          <pc:chgData name="NV Nhận" userId="ef425cf36cd38040" providerId="LiveId" clId="{181914FC-3BFC-49FE-86CF-EE08CF42E5B0}" dt="2025-11-02T09:45:48.650" v="553" actId="47"/>
          <pc:sldLayoutMkLst>
            <pc:docMk/>
            <pc:sldMasterMk cId="0" sldId="2147483804"/>
            <pc:sldLayoutMk cId="0" sldId="2147483810"/>
          </pc:sldLayoutMkLst>
        </pc:sldLayoutChg>
        <pc:sldLayoutChg chg="del">
          <pc:chgData name="NV Nhận" userId="ef425cf36cd38040" providerId="LiveId" clId="{181914FC-3BFC-49FE-86CF-EE08CF42E5B0}" dt="2025-11-02T09:45:48.650" v="553" actId="47"/>
          <pc:sldLayoutMkLst>
            <pc:docMk/>
            <pc:sldMasterMk cId="0" sldId="2147483804"/>
            <pc:sldLayoutMk cId="0" sldId="2147483811"/>
          </pc:sldLayoutMkLst>
        </pc:sldLayoutChg>
        <pc:sldLayoutChg chg="del">
          <pc:chgData name="NV Nhận" userId="ef425cf36cd38040" providerId="LiveId" clId="{181914FC-3BFC-49FE-86CF-EE08CF42E5B0}" dt="2025-11-02T09:45:48.650" v="553" actId="47"/>
          <pc:sldLayoutMkLst>
            <pc:docMk/>
            <pc:sldMasterMk cId="0" sldId="2147483804"/>
            <pc:sldLayoutMk cId="0" sldId="2147483812"/>
          </pc:sldLayoutMkLst>
        </pc:sldLayoutChg>
        <pc:sldLayoutChg chg="del">
          <pc:chgData name="NV Nhận" userId="ef425cf36cd38040" providerId="LiveId" clId="{181914FC-3BFC-49FE-86CF-EE08CF42E5B0}" dt="2025-11-02T09:45:48.650" v="553" actId="47"/>
          <pc:sldLayoutMkLst>
            <pc:docMk/>
            <pc:sldMasterMk cId="0" sldId="2147483804"/>
            <pc:sldLayoutMk cId="0" sldId="2147483813"/>
          </pc:sldLayoutMkLst>
        </pc:sldLayoutChg>
        <pc:sldLayoutChg chg="del">
          <pc:chgData name="NV Nhận" userId="ef425cf36cd38040" providerId="LiveId" clId="{181914FC-3BFC-49FE-86CF-EE08CF42E5B0}" dt="2025-11-02T09:45:48.650" v="553" actId="47"/>
          <pc:sldLayoutMkLst>
            <pc:docMk/>
            <pc:sldMasterMk cId="0" sldId="2147483804"/>
            <pc:sldLayoutMk cId="0" sldId="2147483814"/>
          </pc:sldLayoutMkLst>
        </pc:sldLayoutChg>
        <pc:sldLayoutChg chg="del">
          <pc:chgData name="NV Nhận" userId="ef425cf36cd38040" providerId="LiveId" clId="{181914FC-3BFC-49FE-86CF-EE08CF42E5B0}" dt="2025-11-02T09:45:48.650" v="553" actId="47"/>
          <pc:sldLayoutMkLst>
            <pc:docMk/>
            <pc:sldMasterMk cId="0" sldId="2147483804"/>
            <pc:sldLayoutMk cId="0" sldId="2147483815"/>
          </pc:sldLayoutMkLst>
        </pc:sldLayoutChg>
      </pc:sldMasterChg>
      <pc:sldMasterChg chg="del delSldLayout">
        <pc:chgData name="NV Nhận" userId="ef425cf36cd38040" providerId="LiveId" clId="{181914FC-3BFC-49FE-86CF-EE08CF42E5B0}" dt="2025-11-02T09:45:48.650" v="553" actId="47"/>
        <pc:sldMasterMkLst>
          <pc:docMk/>
          <pc:sldMasterMk cId="0" sldId="2147483816"/>
        </pc:sldMasterMkLst>
        <pc:sldLayoutChg chg="del">
          <pc:chgData name="NV Nhận" userId="ef425cf36cd38040" providerId="LiveId" clId="{181914FC-3BFC-49FE-86CF-EE08CF42E5B0}" dt="2025-11-02T09:45:48.650" v="553" actId="47"/>
          <pc:sldLayoutMkLst>
            <pc:docMk/>
            <pc:sldMasterMk cId="0" sldId="2147483816"/>
            <pc:sldLayoutMk cId="0" sldId="2147483817"/>
          </pc:sldLayoutMkLst>
        </pc:sldLayoutChg>
        <pc:sldLayoutChg chg="del">
          <pc:chgData name="NV Nhận" userId="ef425cf36cd38040" providerId="LiveId" clId="{181914FC-3BFC-49FE-86CF-EE08CF42E5B0}" dt="2025-11-02T09:45:48.650" v="553" actId="47"/>
          <pc:sldLayoutMkLst>
            <pc:docMk/>
            <pc:sldMasterMk cId="0" sldId="2147483816"/>
            <pc:sldLayoutMk cId="0" sldId="2147483818"/>
          </pc:sldLayoutMkLst>
        </pc:sldLayoutChg>
        <pc:sldLayoutChg chg="del">
          <pc:chgData name="NV Nhận" userId="ef425cf36cd38040" providerId="LiveId" clId="{181914FC-3BFC-49FE-86CF-EE08CF42E5B0}" dt="2025-11-02T09:45:48.650" v="553" actId="47"/>
          <pc:sldLayoutMkLst>
            <pc:docMk/>
            <pc:sldMasterMk cId="0" sldId="2147483816"/>
            <pc:sldLayoutMk cId="0" sldId="2147483819"/>
          </pc:sldLayoutMkLst>
        </pc:sldLayoutChg>
        <pc:sldLayoutChg chg="del">
          <pc:chgData name="NV Nhận" userId="ef425cf36cd38040" providerId="LiveId" clId="{181914FC-3BFC-49FE-86CF-EE08CF42E5B0}" dt="2025-11-02T09:45:48.650" v="553" actId="47"/>
          <pc:sldLayoutMkLst>
            <pc:docMk/>
            <pc:sldMasterMk cId="0" sldId="2147483816"/>
            <pc:sldLayoutMk cId="0" sldId="2147483820"/>
          </pc:sldLayoutMkLst>
        </pc:sldLayoutChg>
        <pc:sldLayoutChg chg="del">
          <pc:chgData name="NV Nhận" userId="ef425cf36cd38040" providerId="LiveId" clId="{181914FC-3BFC-49FE-86CF-EE08CF42E5B0}" dt="2025-11-02T09:45:48.650" v="553" actId="47"/>
          <pc:sldLayoutMkLst>
            <pc:docMk/>
            <pc:sldMasterMk cId="0" sldId="2147483816"/>
            <pc:sldLayoutMk cId="0" sldId="2147483821"/>
          </pc:sldLayoutMkLst>
        </pc:sldLayoutChg>
        <pc:sldLayoutChg chg="del">
          <pc:chgData name="NV Nhận" userId="ef425cf36cd38040" providerId="LiveId" clId="{181914FC-3BFC-49FE-86CF-EE08CF42E5B0}" dt="2025-11-02T09:45:48.650" v="553" actId="47"/>
          <pc:sldLayoutMkLst>
            <pc:docMk/>
            <pc:sldMasterMk cId="0" sldId="2147483816"/>
            <pc:sldLayoutMk cId="0" sldId="2147483822"/>
          </pc:sldLayoutMkLst>
        </pc:sldLayoutChg>
        <pc:sldLayoutChg chg="del">
          <pc:chgData name="NV Nhận" userId="ef425cf36cd38040" providerId="LiveId" clId="{181914FC-3BFC-49FE-86CF-EE08CF42E5B0}" dt="2025-11-02T09:45:48.650" v="553" actId="47"/>
          <pc:sldLayoutMkLst>
            <pc:docMk/>
            <pc:sldMasterMk cId="0" sldId="2147483816"/>
            <pc:sldLayoutMk cId="0" sldId="2147483823"/>
          </pc:sldLayoutMkLst>
        </pc:sldLayoutChg>
        <pc:sldLayoutChg chg="del">
          <pc:chgData name="NV Nhận" userId="ef425cf36cd38040" providerId="LiveId" clId="{181914FC-3BFC-49FE-86CF-EE08CF42E5B0}" dt="2025-11-02T09:45:48.650" v="553" actId="47"/>
          <pc:sldLayoutMkLst>
            <pc:docMk/>
            <pc:sldMasterMk cId="0" sldId="2147483816"/>
            <pc:sldLayoutMk cId="0" sldId="2147483824"/>
          </pc:sldLayoutMkLst>
        </pc:sldLayoutChg>
        <pc:sldLayoutChg chg="del">
          <pc:chgData name="NV Nhận" userId="ef425cf36cd38040" providerId="LiveId" clId="{181914FC-3BFC-49FE-86CF-EE08CF42E5B0}" dt="2025-11-02T09:45:48.650" v="553" actId="47"/>
          <pc:sldLayoutMkLst>
            <pc:docMk/>
            <pc:sldMasterMk cId="0" sldId="2147483816"/>
            <pc:sldLayoutMk cId="0" sldId="2147483825"/>
          </pc:sldLayoutMkLst>
        </pc:sldLayoutChg>
        <pc:sldLayoutChg chg="del">
          <pc:chgData name="NV Nhận" userId="ef425cf36cd38040" providerId="LiveId" clId="{181914FC-3BFC-49FE-86CF-EE08CF42E5B0}" dt="2025-11-02T09:45:48.650" v="553" actId="47"/>
          <pc:sldLayoutMkLst>
            <pc:docMk/>
            <pc:sldMasterMk cId="0" sldId="2147483816"/>
            <pc:sldLayoutMk cId="0" sldId="2147483826"/>
          </pc:sldLayoutMkLst>
        </pc:sldLayoutChg>
        <pc:sldLayoutChg chg="del">
          <pc:chgData name="NV Nhận" userId="ef425cf36cd38040" providerId="LiveId" clId="{181914FC-3BFC-49FE-86CF-EE08CF42E5B0}" dt="2025-11-02T09:45:48.650" v="553" actId="47"/>
          <pc:sldLayoutMkLst>
            <pc:docMk/>
            <pc:sldMasterMk cId="0" sldId="2147483816"/>
            <pc:sldLayoutMk cId="0" sldId="2147483827"/>
          </pc:sldLayoutMkLst>
        </pc:sldLayoutChg>
      </pc:sldMasterChg>
      <pc:sldMasterChg chg="del delSldLayout">
        <pc:chgData name="NV Nhận" userId="ef425cf36cd38040" providerId="LiveId" clId="{181914FC-3BFC-49FE-86CF-EE08CF42E5B0}" dt="2025-11-02T09:45:48.650" v="553" actId="47"/>
        <pc:sldMasterMkLst>
          <pc:docMk/>
          <pc:sldMasterMk cId="0" sldId="2147483828"/>
        </pc:sldMasterMkLst>
        <pc:sldLayoutChg chg="del">
          <pc:chgData name="NV Nhận" userId="ef425cf36cd38040" providerId="LiveId" clId="{181914FC-3BFC-49FE-86CF-EE08CF42E5B0}" dt="2025-11-02T09:45:48.650" v="553" actId="47"/>
          <pc:sldLayoutMkLst>
            <pc:docMk/>
            <pc:sldMasterMk cId="0" sldId="2147483828"/>
            <pc:sldLayoutMk cId="0" sldId="2147483829"/>
          </pc:sldLayoutMkLst>
        </pc:sldLayoutChg>
        <pc:sldLayoutChg chg="del">
          <pc:chgData name="NV Nhận" userId="ef425cf36cd38040" providerId="LiveId" clId="{181914FC-3BFC-49FE-86CF-EE08CF42E5B0}" dt="2025-11-02T09:45:48.650" v="553" actId="47"/>
          <pc:sldLayoutMkLst>
            <pc:docMk/>
            <pc:sldMasterMk cId="0" sldId="2147483828"/>
            <pc:sldLayoutMk cId="0" sldId="2147483830"/>
          </pc:sldLayoutMkLst>
        </pc:sldLayoutChg>
        <pc:sldLayoutChg chg="del">
          <pc:chgData name="NV Nhận" userId="ef425cf36cd38040" providerId="LiveId" clId="{181914FC-3BFC-49FE-86CF-EE08CF42E5B0}" dt="2025-11-02T09:45:48.650" v="553" actId="47"/>
          <pc:sldLayoutMkLst>
            <pc:docMk/>
            <pc:sldMasterMk cId="0" sldId="2147483828"/>
            <pc:sldLayoutMk cId="0" sldId="2147483831"/>
          </pc:sldLayoutMkLst>
        </pc:sldLayoutChg>
        <pc:sldLayoutChg chg="del">
          <pc:chgData name="NV Nhận" userId="ef425cf36cd38040" providerId="LiveId" clId="{181914FC-3BFC-49FE-86CF-EE08CF42E5B0}" dt="2025-11-02T09:45:48.650" v="553" actId="47"/>
          <pc:sldLayoutMkLst>
            <pc:docMk/>
            <pc:sldMasterMk cId="0" sldId="2147483828"/>
            <pc:sldLayoutMk cId="0" sldId="2147483832"/>
          </pc:sldLayoutMkLst>
        </pc:sldLayoutChg>
        <pc:sldLayoutChg chg="del">
          <pc:chgData name="NV Nhận" userId="ef425cf36cd38040" providerId="LiveId" clId="{181914FC-3BFC-49FE-86CF-EE08CF42E5B0}" dt="2025-11-02T09:45:48.650" v="553" actId="47"/>
          <pc:sldLayoutMkLst>
            <pc:docMk/>
            <pc:sldMasterMk cId="0" sldId="2147483828"/>
            <pc:sldLayoutMk cId="0" sldId="2147483833"/>
          </pc:sldLayoutMkLst>
        </pc:sldLayoutChg>
        <pc:sldLayoutChg chg="del">
          <pc:chgData name="NV Nhận" userId="ef425cf36cd38040" providerId="LiveId" clId="{181914FC-3BFC-49FE-86CF-EE08CF42E5B0}" dt="2025-11-02T09:45:48.650" v="553" actId="47"/>
          <pc:sldLayoutMkLst>
            <pc:docMk/>
            <pc:sldMasterMk cId="0" sldId="2147483828"/>
            <pc:sldLayoutMk cId="0" sldId="2147483834"/>
          </pc:sldLayoutMkLst>
        </pc:sldLayoutChg>
        <pc:sldLayoutChg chg="del">
          <pc:chgData name="NV Nhận" userId="ef425cf36cd38040" providerId="LiveId" clId="{181914FC-3BFC-49FE-86CF-EE08CF42E5B0}" dt="2025-11-02T09:45:48.650" v="553" actId="47"/>
          <pc:sldLayoutMkLst>
            <pc:docMk/>
            <pc:sldMasterMk cId="0" sldId="2147483828"/>
            <pc:sldLayoutMk cId="0" sldId="2147483835"/>
          </pc:sldLayoutMkLst>
        </pc:sldLayoutChg>
        <pc:sldLayoutChg chg="del">
          <pc:chgData name="NV Nhận" userId="ef425cf36cd38040" providerId="LiveId" clId="{181914FC-3BFC-49FE-86CF-EE08CF42E5B0}" dt="2025-11-02T09:45:48.650" v="553" actId="47"/>
          <pc:sldLayoutMkLst>
            <pc:docMk/>
            <pc:sldMasterMk cId="0" sldId="2147483828"/>
            <pc:sldLayoutMk cId="0" sldId="2147483836"/>
          </pc:sldLayoutMkLst>
        </pc:sldLayoutChg>
        <pc:sldLayoutChg chg="del">
          <pc:chgData name="NV Nhận" userId="ef425cf36cd38040" providerId="LiveId" clId="{181914FC-3BFC-49FE-86CF-EE08CF42E5B0}" dt="2025-11-02T09:45:48.650" v="553" actId="47"/>
          <pc:sldLayoutMkLst>
            <pc:docMk/>
            <pc:sldMasterMk cId="0" sldId="2147483828"/>
            <pc:sldLayoutMk cId="0" sldId="2147483837"/>
          </pc:sldLayoutMkLst>
        </pc:sldLayoutChg>
        <pc:sldLayoutChg chg="del">
          <pc:chgData name="NV Nhận" userId="ef425cf36cd38040" providerId="LiveId" clId="{181914FC-3BFC-49FE-86CF-EE08CF42E5B0}" dt="2025-11-02T09:45:48.650" v="553" actId="47"/>
          <pc:sldLayoutMkLst>
            <pc:docMk/>
            <pc:sldMasterMk cId="0" sldId="2147483828"/>
            <pc:sldLayoutMk cId="0" sldId="2147483838"/>
          </pc:sldLayoutMkLst>
        </pc:sldLayoutChg>
        <pc:sldLayoutChg chg="del">
          <pc:chgData name="NV Nhận" userId="ef425cf36cd38040" providerId="LiveId" clId="{181914FC-3BFC-49FE-86CF-EE08CF42E5B0}" dt="2025-11-02T09:45:48.650" v="553" actId="47"/>
          <pc:sldLayoutMkLst>
            <pc:docMk/>
            <pc:sldMasterMk cId="0" sldId="2147483828"/>
            <pc:sldLayoutMk cId="0" sldId="2147483839"/>
          </pc:sldLayoutMkLst>
        </pc:sldLayoutChg>
      </pc:sldMasterChg>
      <pc:sldMasterChg chg="del delSldLayout">
        <pc:chgData name="NV Nhận" userId="ef425cf36cd38040" providerId="LiveId" clId="{181914FC-3BFC-49FE-86CF-EE08CF42E5B0}" dt="2025-11-02T09:45:48.650" v="553" actId="47"/>
        <pc:sldMasterMkLst>
          <pc:docMk/>
          <pc:sldMasterMk cId="0" sldId="2147483840"/>
        </pc:sldMasterMkLst>
        <pc:sldLayoutChg chg="del">
          <pc:chgData name="NV Nhận" userId="ef425cf36cd38040" providerId="LiveId" clId="{181914FC-3BFC-49FE-86CF-EE08CF42E5B0}" dt="2025-11-02T09:45:48.650" v="553" actId="47"/>
          <pc:sldLayoutMkLst>
            <pc:docMk/>
            <pc:sldMasterMk cId="0" sldId="2147483840"/>
            <pc:sldLayoutMk cId="0" sldId="2147483841"/>
          </pc:sldLayoutMkLst>
        </pc:sldLayoutChg>
        <pc:sldLayoutChg chg="del">
          <pc:chgData name="NV Nhận" userId="ef425cf36cd38040" providerId="LiveId" clId="{181914FC-3BFC-49FE-86CF-EE08CF42E5B0}" dt="2025-11-02T09:45:48.650" v="553" actId="47"/>
          <pc:sldLayoutMkLst>
            <pc:docMk/>
            <pc:sldMasterMk cId="0" sldId="2147483840"/>
            <pc:sldLayoutMk cId="0" sldId="2147483842"/>
          </pc:sldLayoutMkLst>
        </pc:sldLayoutChg>
        <pc:sldLayoutChg chg="del">
          <pc:chgData name="NV Nhận" userId="ef425cf36cd38040" providerId="LiveId" clId="{181914FC-3BFC-49FE-86CF-EE08CF42E5B0}" dt="2025-11-02T09:45:48.650" v="553" actId="47"/>
          <pc:sldLayoutMkLst>
            <pc:docMk/>
            <pc:sldMasterMk cId="0" sldId="2147483840"/>
            <pc:sldLayoutMk cId="0" sldId="2147483843"/>
          </pc:sldLayoutMkLst>
        </pc:sldLayoutChg>
        <pc:sldLayoutChg chg="del">
          <pc:chgData name="NV Nhận" userId="ef425cf36cd38040" providerId="LiveId" clId="{181914FC-3BFC-49FE-86CF-EE08CF42E5B0}" dt="2025-11-02T09:45:48.650" v="553" actId="47"/>
          <pc:sldLayoutMkLst>
            <pc:docMk/>
            <pc:sldMasterMk cId="0" sldId="2147483840"/>
            <pc:sldLayoutMk cId="0" sldId="2147483844"/>
          </pc:sldLayoutMkLst>
        </pc:sldLayoutChg>
        <pc:sldLayoutChg chg="del">
          <pc:chgData name="NV Nhận" userId="ef425cf36cd38040" providerId="LiveId" clId="{181914FC-3BFC-49FE-86CF-EE08CF42E5B0}" dt="2025-11-02T09:45:48.650" v="553" actId="47"/>
          <pc:sldLayoutMkLst>
            <pc:docMk/>
            <pc:sldMasterMk cId="0" sldId="2147483840"/>
            <pc:sldLayoutMk cId="0" sldId="2147483845"/>
          </pc:sldLayoutMkLst>
        </pc:sldLayoutChg>
        <pc:sldLayoutChg chg="del">
          <pc:chgData name="NV Nhận" userId="ef425cf36cd38040" providerId="LiveId" clId="{181914FC-3BFC-49FE-86CF-EE08CF42E5B0}" dt="2025-11-02T09:45:48.650" v="553" actId="47"/>
          <pc:sldLayoutMkLst>
            <pc:docMk/>
            <pc:sldMasterMk cId="0" sldId="2147483840"/>
            <pc:sldLayoutMk cId="0" sldId="2147483846"/>
          </pc:sldLayoutMkLst>
        </pc:sldLayoutChg>
        <pc:sldLayoutChg chg="del">
          <pc:chgData name="NV Nhận" userId="ef425cf36cd38040" providerId="LiveId" clId="{181914FC-3BFC-49FE-86CF-EE08CF42E5B0}" dt="2025-11-02T09:45:48.650" v="553" actId="47"/>
          <pc:sldLayoutMkLst>
            <pc:docMk/>
            <pc:sldMasterMk cId="0" sldId="2147483840"/>
            <pc:sldLayoutMk cId="0" sldId="2147483847"/>
          </pc:sldLayoutMkLst>
        </pc:sldLayoutChg>
        <pc:sldLayoutChg chg="del">
          <pc:chgData name="NV Nhận" userId="ef425cf36cd38040" providerId="LiveId" clId="{181914FC-3BFC-49FE-86CF-EE08CF42E5B0}" dt="2025-11-02T09:45:48.650" v="553" actId="47"/>
          <pc:sldLayoutMkLst>
            <pc:docMk/>
            <pc:sldMasterMk cId="0" sldId="2147483840"/>
            <pc:sldLayoutMk cId="0" sldId="2147483848"/>
          </pc:sldLayoutMkLst>
        </pc:sldLayoutChg>
        <pc:sldLayoutChg chg="del">
          <pc:chgData name="NV Nhận" userId="ef425cf36cd38040" providerId="LiveId" clId="{181914FC-3BFC-49FE-86CF-EE08CF42E5B0}" dt="2025-11-02T09:45:48.650" v="553" actId="47"/>
          <pc:sldLayoutMkLst>
            <pc:docMk/>
            <pc:sldMasterMk cId="0" sldId="2147483840"/>
            <pc:sldLayoutMk cId="0" sldId="2147483849"/>
          </pc:sldLayoutMkLst>
        </pc:sldLayoutChg>
        <pc:sldLayoutChg chg="del">
          <pc:chgData name="NV Nhận" userId="ef425cf36cd38040" providerId="LiveId" clId="{181914FC-3BFC-49FE-86CF-EE08CF42E5B0}" dt="2025-11-02T09:45:48.650" v="553" actId="47"/>
          <pc:sldLayoutMkLst>
            <pc:docMk/>
            <pc:sldMasterMk cId="0" sldId="2147483840"/>
            <pc:sldLayoutMk cId="0" sldId="2147483850"/>
          </pc:sldLayoutMkLst>
        </pc:sldLayoutChg>
        <pc:sldLayoutChg chg="del">
          <pc:chgData name="NV Nhận" userId="ef425cf36cd38040" providerId="LiveId" clId="{181914FC-3BFC-49FE-86CF-EE08CF42E5B0}" dt="2025-11-02T09:45:48.650" v="553" actId="47"/>
          <pc:sldLayoutMkLst>
            <pc:docMk/>
            <pc:sldMasterMk cId="0" sldId="2147483840"/>
            <pc:sldLayoutMk cId="0" sldId="2147483851"/>
          </pc:sldLayoutMkLst>
        </pc:sldLayoutChg>
      </pc:sldMasterChg>
      <pc:sldMasterChg chg="del delSldLayout">
        <pc:chgData name="NV Nhận" userId="ef425cf36cd38040" providerId="LiveId" clId="{181914FC-3BFC-49FE-86CF-EE08CF42E5B0}" dt="2025-11-02T09:45:48.650" v="553" actId="47"/>
        <pc:sldMasterMkLst>
          <pc:docMk/>
          <pc:sldMasterMk cId="0" sldId="2147483852"/>
        </pc:sldMasterMkLst>
        <pc:sldLayoutChg chg="del">
          <pc:chgData name="NV Nhận" userId="ef425cf36cd38040" providerId="LiveId" clId="{181914FC-3BFC-49FE-86CF-EE08CF42E5B0}" dt="2025-11-02T09:45:48.650" v="553" actId="47"/>
          <pc:sldLayoutMkLst>
            <pc:docMk/>
            <pc:sldMasterMk cId="0" sldId="2147483852"/>
            <pc:sldLayoutMk cId="0" sldId="2147483853"/>
          </pc:sldLayoutMkLst>
        </pc:sldLayoutChg>
        <pc:sldLayoutChg chg="del">
          <pc:chgData name="NV Nhận" userId="ef425cf36cd38040" providerId="LiveId" clId="{181914FC-3BFC-49FE-86CF-EE08CF42E5B0}" dt="2025-11-02T09:45:48.650" v="553" actId="47"/>
          <pc:sldLayoutMkLst>
            <pc:docMk/>
            <pc:sldMasterMk cId="0" sldId="2147483852"/>
            <pc:sldLayoutMk cId="0" sldId="2147483854"/>
          </pc:sldLayoutMkLst>
        </pc:sldLayoutChg>
        <pc:sldLayoutChg chg="del">
          <pc:chgData name="NV Nhận" userId="ef425cf36cd38040" providerId="LiveId" clId="{181914FC-3BFC-49FE-86CF-EE08CF42E5B0}" dt="2025-11-02T09:45:48.650" v="553" actId="47"/>
          <pc:sldLayoutMkLst>
            <pc:docMk/>
            <pc:sldMasterMk cId="0" sldId="2147483852"/>
            <pc:sldLayoutMk cId="0" sldId="2147483855"/>
          </pc:sldLayoutMkLst>
        </pc:sldLayoutChg>
        <pc:sldLayoutChg chg="del">
          <pc:chgData name="NV Nhận" userId="ef425cf36cd38040" providerId="LiveId" clId="{181914FC-3BFC-49FE-86CF-EE08CF42E5B0}" dt="2025-11-02T09:45:48.650" v="553" actId="47"/>
          <pc:sldLayoutMkLst>
            <pc:docMk/>
            <pc:sldMasterMk cId="0" sldId="2147483852"/>
            <pc:sldLayoutMk cId="0" sldId="2147483856"/>
          </pc:sldLayoutMkLst>
        </pc:sldLayoutChg>
        <pc:sldLayoutChg chg="del">
          <pc:chgData name="NV Nhận" userId="ef425cf36cd38040" providerId="LiveId" clId="{181914FC-3BFC-49FE-86CF-EE08CF42E5B0}" dt="2025-11-02T09:45:48.650" v="553" actId="47"/>
          <pc:sldLayoutMkLst>
            <pc:docMk/>
            <pc:sldMasterMk cId="0" sldId="2147483852"/>
            <pc:sldLayoutMk cId="0" sldId="2147483857"/>
          </pc:sldLayoutMkLst>
        </pc:sldLayoutChg>
        <pc:sldLayoutChg chg="del">
          <pc:chgData name="NV Nhận" userId="ef425cf36cd38040" providerId="LiveId" clId="{181914FC-3BFC-49FE-86CF-EE08CF42E5B0}" dt="2025-11-02T09:45:48.650" v="553" actId="47"/>
          <pc:sldLayoutMkLst>
            <pc:docMk/>
            <pc:sldMasterMk cId="0" sldId="2147483852"/>
            <pc:sldLayoutMk cId="0" sldId="2147483858"/>
          </pc:sldLayoutMkLst>
        </pc:sldLayoutChg>
        <pc:sldLayoutChg chg="del">
          <pc:chgData name="NV Nhận" userId="ef425cf36cd38040" providerId="LiveId" clId="{181914FC-3BFC-49FE-86CF-EE08CF42E5B0}" dt="2025-11-02T09:45:48.650" v="553" actId="47"/>
          <pc:sldLayoutMkLst>
            <pc:docMk/>
            <pc:sldMasterMk cId="0" sldId="2147483852"/>
            <pc:sldLayoutMk cId="0" sldId="2147483859"/>
          </pc:sldLayoutMkLst>
        </pc:sldLayoutChg>
        <pc:sldLayoutChg chg="del">
          <pc:chgData name="NV Nhận" userId="ef425cf36cd38040" providerId="LiveId" clId="{181914FC-3BFC-49FE-86CF-EE08CF42E5B0}" dt="2025-11-02T09:45:48.650" v="553" actId="47"/>
          <pc:sldLayoutMkLst>
            <pc:docMk/>
            <pc:sldMasterMk cId="0" sldId="2147483852"/>
            <pc:sldLayoutMk cId="0" sldId="2147483860"/>
          </pc:sldLayoutMkLst>
        </pc:sldLayoutChg>
        <pc:sldLayoutChg chg="del">
          <pc:chgData name="NV Nhận" userId="ef425cf36cd38040" providerId="LiveId" clId="{181914FC-3BFC-49FE-86CF-EE08CF42E5B0}" dt="2025-11-02T09:45:48.650" v="553" actId="47"/>
          <pc:sldLayoutMkLst>
            <pc:docMk/>
            <pc:sldMasterMk cId="0" sldId="2147483852"/>
            <pc:sldLayoutMk cId="0" sldId="2147483861"/>
          </pc:sldLayoutMkLst>
        </pc:sldLayoutChg>
        <pc:sldLayoutChg chg="del">
          <pc:chgData name="NV Nhận" userId="ef425cf36cd38040" providerId="LiveId" clId="{181914FC-3BFC-49FE-86CF-EE08CF42E5B0}" dt="2025-11-02T09:45:48.650" v="553" actId="47"/>
          <pc:sldLayoutMkLst>
            <pc:docMk/>
            <pc:sldMasterMk cId="0" sldId="2147483852"/>
            <pc:sldLayoutMk cId="0" sldId="2147483862"/>
          </pc:sldLayoutMkLst>
        </pc:sldLayoutChg>
        <pc:sldLayoutChg chg="del">
          <pc:chgData name="NV Nhận" userId="ef425cf36cd38040" providerId="LiveId" clId="{181914FC-3BFC-49FE-86CF-EE08CF42E5B0}" dt="2025-11-02T09:45:48.650" v="553" actId="47"/>
          <pc:sldLayoutMkLst>
            <pc:docMk/>
            <pc:sldMasterMk cId="0" sldId="2147483852"/>
            <pc:sldLayoutMk cId="0" sldId="2147483863"/>
          </pc:sldLayoutMkLst>
        </pc:sldLayoutChg>
      </pc:sldMasterChg>
      <pc:sldMasterChg chg="del delSldLayout">
        <pc:chgData name="NV Nhận" userId="ef425cf36cd38040" providerId="LiveId" clId="{181914FC-3BFC-49FE-86CF-EE08CF42E5B0}" dt="2025-11-02T09:45:48.650" v="553" actId="47"/>
        <pc:sldMasterMkLst>
          <pc:docMk/>
          <pc:sldMasterMk cId="0" sldId="2147483864"/>
        </pc:sldMasterMkLst>
        <pc:sldLayoutChg chg="del">
          <pc:chgData name="NV Nhận" userId="ef425cf36cd38040" providerId="LiveId" clId="{181914FC-3BFC-49FE-86CF-EE08CF42E5B0}" dt="2025-11-02T09:45:48.650" v="553" actId="47"/>
          <pc:sldLayoutMkLst>
            <pc:docMk/>
            <pc:sldMasterMk cId="0" sldId="2147483864"/>
            <pc:sldLayoutMk cId="0" sldId="2147483865"/>
          </pc:sldLayoutMkLst>
        </pc:sldLayoutChg>
        <pc:sldLayoutChg chg="del">
          <pc:chgData name="NV Nhận" userId="ef425cf36cd38040" providerId="LiveId" clId="{181914FC-3BFC-49FE-86CF-EE08CF42E5B0}" dt="2025-11-02T09:45:48.650" v="553" actId="47"/>
          <pc:sldLayoutMkLst>
            <pc:docMk/>
            <pc:sldMasterMk cId="0" sldId="2147483864"/>
            <pc:sldLayoutMk cId="0" sldId="2147483866"/>
          </pc:sldLayoutMkLst>
        </pc:sldLayoutChg>
        <pc:sldLayoutChg chg="del">
          <pc:chgData name="NV Nhận" userId="ef425cf36cd38040" providerId="LiveId" clId="{181914FC-3BFC-49FE-86CF-EE08CF42E5B0}" dt="2025-11-02T09:45:48.650" v="553" actId="47"/>
          <pc:sldLayoutMkLst>
            <pc:docMk/>
            <pc:sldMasterMk cId="0" sldId="2147483864"/>
            <pc:sldLayoutMk cId="0" sldId="2147483867"/>
          </pc:sldLayoutMkLst>
        </pc:sldLayoutChg>
        <pc:sldLayoutChg chg="del">
          <pc:chgData name="NV Nhận" userId="ef425cf36cd38040" providerId="LiveId" clId="{181914FC-3BFC-49FE-86CF-EE08CF42E5B0}" dt="2025-11-02T09:45:48.650" v="553" actId="47"/>
          <pc:sldLayoutMkLst>
            <pc:docMk/>
            <pc:sldMasterMk cId="0" sldId="2147483864"/>
            <pc:sldLayoutMk cId="0" sldId="2147483868"/>
          </pc:sldLayoutMkLst>
        </pc:sldLayoutChg>
        <pc:sldLayoutChg chg="del">
          <pc:chgData name="NV Nhận" userId="ef425cf36cd38040" providerId="LiveId" clId="{181914FC-3BFC-49FE-86CF-EE08CF42E5B0}" dt="2025-11-02T09:45:48.650" v="553" actId="47"/>
          <pc:sldLayoutMkLst>
            <pc:docMk/>
            <pc:sldMasterMk cId="0" sldId="2147483864"/>
            <pc:sldLayoutMk cId="0" sldId="2147483869"/>
          </pc:sldLayoutMkLst>
        </pc:sldLayoutChg>
        <pc:sldLayoutChg chg="del">
          <pc:chgData name="NV Nhận" userId="ef425cf36cd38040" providerId="LiveId" clId="{181914FC-3BFC-49FE-86CF-EE08CF42E5B0}" dt="2025-11-02T09:45:48.650" v="553" actId="47"/>
          <pc:sldLayoutMkLst>
            <pc:docMk/>
            <pc:sldMasterMk cId="0" sldId="2147483864"/>
            <pc:sldLayoutMk cId="0" sldId="2147483870"/>
          </pc:sldLayoutMkLst>
        </pc:sldLayoutChg>
        <pc:sldLayoutChg chg="del">
          <pc:chgData name="NV Nhận" userId="ef425cf36cd38040" providerId="LiveId" clId="{181914FC-3BFC-49FE-86CF-EE08CF42E5B0}" dt="2025-11-02T09:45:48.650" v="553" actId="47"/>
          <pc:sldLayoutMkLst>
            <pc:docMk/>
            <pc:sldMasterMk cId="0" sldId="2147483864"/>
            <pc:sldLayoutMk cId="0" sldId="2147483871"/>
          </pc:sldLayoutMkLst>
        </pc:sldLayoutChg>
        <pc:sldLayoutChg chg="del">
          <pc:chgData name="NV Nhận" userId="ef425cf36cd38040" providerId="LiveId" clId="{181914FC-3BFC-49FE-86CF-EE08CF42E5B0}" dt="2025-11-02T09:45:48.650" v="553" actId="47"/>
          <pc:sldLayoutMkLst>
            <pc:docMk/>
            <pc:sldMasterMk cId="0" sldId="2147483864"/>
            <pc:sldLayoutMk cId="0" sldId="2147483872"/>
          </pc:sldLayoutMkLst>
        </pc:sldLayoutChg>
        <pc:sldLayoutChg chg="del">
          <pc:chgData name="NV Nhận" userId="ef425cf36cd38040" providerId="LiveId" clId="{181914FC-3BFC-49FE-86CF-EE08CF42E5B0}" dt="2025-11-02T09:45:48.650" v="553" actId="47"/>
          <pc:sldLayoutMkLst>
            <pc:docMk/>
            <pc:sldMasterMk cId="0" sldId="2147483864"/>
            <pc:sldLayoutMk cId="0" sldId="2147483873"/>
          </pc:sldLayoutMkLst>
        </pc:sldLayoutChg>
        <pc:sldLayoutChg chg="del">
          <pc:chgData name="NV Nhận" userId="ef425cf36cd38040" providerId="LiveId" clId="{181914FC-3BFC-49FE-86CF-EE08CF42E5B0}" dt="2025-11-02T09:45:48.650" v="553" actId="47"/>
          <pc:sldLayoutMkLst>
            <pc:docMk/>
            <pc:sldMasterMk cId="0" sldId="2147483864"/>
            <pc:sldLayoutMk cId="0" sldId="2147483874"/>
          </pc:sldLayoutMkLst>
        </pc:sldLayoutChg>
        <pc:sldLayoutChg chg="del">
          <pc:chgData name="NV Nhận" userId="ef425cf36cd38040" providerId="LiveId" clId="{181914FC-3BFC-49FE-86CF-EE08CF42E5B0}" dt="2025-11-02T09:45:48.650" v="553" actId="47"/>
          <pc:sldLayoutMkLst>
            <pc:docMk/>
            <pc:sldMasterMk cId="0" sldId="2147483864"/>
            <pc:sldLayoutMk cId="0" sldId="2147483875"/>
          </pc:sldLayoutMkLst>
        </pc:sldLayoutChg>
      </pc:sldMasterChg>
      <pc:sldMasterChg chg="del delSldLayout">
        <pc:chgData name="NV Nhận" userId="ef425cf36cd38040" providerId="LiveId" clId="{181914FC-3BFC-49FE-86CF-EE08CF42E5B0}" dt="2025-11-02T09:45:48.650" v="553" actId="47"/>
        <pc:sldMasterMkLst>
          <pc:docMk/>
          <pc:sldMasterMk cId="0" sldId="2147483876"/>
        </pc:sldMasterMkLst>
        <pc:sldLayoutChg chg="del">
          <pc:chgData name="NV Nhận" userId="ef425cf36cd38040" providerId="LiveId" clId="{181914FC-3BFC-49FE-86CF-EE08CF42E5B0}" dt="2025-11-02T09:45:48.650" v="553" actId="47"/>
          <pc:sldLayoutMkLst>
            <pc:docMk/>
            <pc:sldMasterMk cId="0" sldId="2147483876"/>
            <pc:sldLayoutMk cId="0" sldId="2147483877"/>
          </pc:sldLayoutMkLst>
        </pc:sldLayoutChg>
        <pc:sldLayoutChg chg="del">
          <pc:chgData name="NV Nhận" userId="ef425cf36cd38040" providerId="LiveId" clId="{181914FC-3BFC-49FE-86CF-EE08CF42E5B0}" dt="2025-11-02T09:45:48.650" v="553" actId="47"/>
          <pc:sldLayoutMkLst>
            <pc:docMk/>
            <pc:sldMasterMk cId="0" sldId="2147483876"/>
            <pc:sldLayoutMk cId="0" sldId="2147483878"/>
          </pc:sldLayoutMkLst>
        </pc:sldLayoutChg>
        <pc:sldLayoutChg chg="del">
          <pc:chgData name="NV Nhận" userId="ef425cf36cd38040" providerId="LiveId" clId="{181914FC-3BFC-49FE-86CF-EE08CF42E5B0}" dt="2025-11-02T09:45:48.650" v="553" actId="47"/>
          <pc:sldLayoutMkLst>
            <pc:docMk/>
            <pc:sldMasterMk cId="0" sldId="2147483876"/>
            <pc:sldLayoutMk cId="0" sldId="2147483879"/>
          </pc:sldLayoutMkLst>
        </pc:sldLayoutChg>
        <pc:sldLayoutChg chg="del">
          <pc:chgData name="NV Nhận" userId="ef425cf36cd38040" providerId="LiveId" clId="{181914FC-3BFC-49FE-86CF-EE08CF42E5B0}" dt="2025-11-02T09:45:48.650" v="553" actId="47"/>
          <pc:sldLayoutMkLst>
            <pc:docMk/>
            <pc:sldMasterMk cId="0" sldId="2147483876"/>
            <pc:sldLayoutMk cId="0" sldId="2147483880"/>
          </pc:sldLayoutMkLst>
        </pc:sldLayoutChg>
        <pc:sldLayoutChg chg="del">
          <pc:chgData name="NV Nhận" userId="ef425cf36cd38040" providerId="LiveId" clId="{181914FC-3BFC-49FE-86CF-EE08CF42E5B0}" dt="2025-11-02T09:45:48.650" v="553" actId="47"/>
          <pc:sldLayoutMkLst>
            <pc:docMk/>
            <pc:sldMasterMk cId="0" sldId="2147483876"/>
            <pc:sldLayoutMk cId="0" sldId="2147483881"/>
          </pc:sldLayoutMkLst>
        </pc:sldLayoutChg>
        <pc:sldLayoutChg chg="del">
          <pc:chgData name="NV Nhận" userId="ef425cf36cd38040" providerId="LiveId" clId="{181914FC-3BFC-49FE-86CF-EE08CF42E5B0}" dt="2025-11-02T09:45:48.650" v="553" actId="47"/>
          <pc:sldLayoutMkLst>
            <pc:docMk/>
            <pc:sldMasterMk cId="0" sldId="2147483876"/>
            <pc:sldLayoutMk cId="0" sldId="2147483882"/>
          </pc:sldLayoutMkLst>
        </pc:sldLayoutChg>
        <pc:sldLayoutChg chg="del">
          <pc:chgData name="NV Nhận" userId="ef425cf36cd38040" providerId="LiveId" clId="{181914FC-3BFC-49FE-86CF-EE08CF42E5B0}" dt="2025-11-02T09:45:48.650" v="553" actId="47"/>
          <pc:sldLayoutMkLst>
            <pc:docMk/>
            <pc:sldMasterMk cId="0" sldId="2147483876"/>
            <pc:sldLayoutMk cId="0" sldId="2147483883"/>
          </pc:sldLayoutMkLst>
        </pc:sldLayoutChg>
        <pc:sldLayoutChg chg="del">
          <pc:chgData name="NV Nhận" userId="ef425cf36cd38040" providerId="LiveId" clId="{181914FC-3BFC-49FE-86CF-EE08CF42E5B0}" dt="2025-11-02T09:45:48.650" v="553" actId="47"/>
          <pc:sldLayoutMkLst>
            <pc:docMk/>
            <pc:sldMasterMk cId="0" sldId="2147483876"/>
            <pc:sldLayoutMk cId="0" sldId="2147483884"/>
          </pc:sldLayoutMkLst>
        </pc:sldLayoutChg>
        <pc:sldLayoutChg chg="del">
          <pc:chgData name="NV Nhận" userId="ef425cf36cd38040" providerId="LiveId" clId="{181914FC-3BFC-49FE-86CF-EE08CF42E5B0}" dt="2025-11-02T09:45:48.650" v="553" actId="47"/>
          <pc:sldLayoutMkLst>
            <pc:docMk/>
            <pc:sldMasterMk cId="0" sldId="2147483876"/>
            <pc:sldLayoutMk cId="0" sldId="2147483885"/>
          </pc:sldLayoutMkLst>
        </pc:sldLayoutChg>
        <pc:sldLayoutChg chg="del">
          <pc:chgData name="NV Nhận" userId="ef425cf36cd38040" providerId="LiveId" clId="{181914FC-3BFC-49FE-86CF-EE08CF42E5B0}" dt="2025-11-02T09:45:48.650" v="553" actId="47"/>
          <pc:sldLayoutMkLst>
            <pc:docMk/>
            <pc:sldMasterMk cId="0" sldId="2147483876"/>
            <pc:sldLayoutMk cId="0" sldId="2147483886"/>
          </pc:sldLayoutMkLst>
        </pc:sldLayoutChg>
        <pc:sldLayoutChg chg="del">
          <pc:chgData name="NV Nhận" userId="ef425cf36cd38040" providerId="LiveId" clId="{181914FC-3BFC-49FE-86CF-EE08CF42E5B0}" dt="2025-11-02T09:45:48.650" v="553" actId="47"/>
          <pc:sldLayoutMkLst>
            <pc:docMk/>
            <pc:sldMasterMk cId="0" sldId="2147483876"/>
            <pc:sldLayoutMk cId="0" sldId="2147483887"/>
          </pc:sldLayoutMkLst>
        </pc:sldLayoutChg>
      </pc:sldMasterChg>
      <pc:sldMasterChg chg="del delSldLayout">
        <pc:chgData name="NV Nhận" userId="ef425cf36cd38040" providerId="LiveId" clId="{181914FC-3BFC-49FE-86CF-EE08CF42E5B0}" dt="2025-11-02T09:45:48.650" v="553" actId="47"/>
        <pc:sldMasterMkLst>
          <pc:docMk/>
          <pc:sldMasterMk cId="0" sldId="2147483888"/>
        </pc:sldMasterMkLst>
        <pc:sldLayoutChg chg="del">
          <pc:chgData name="NV Nhận" userId="ef425cf36cd38040" providerId="LiveId" clId="{181914FC-3BFC-49FE-86CF-EE08CF42E5B0}" dt="2025-11-02T09:45:48.650" v="553" actId="47"/>
          <pc:sldLayoutMkLst>
            <pc:docMk/>
            <pc:sldMasterMk cId="0" sldId="2147483888"/>
            <pc:sldLayoutMk cId="0" sldId="2147483889"/>
          </pc:sldLayoutMkLst>
        </pc:sldLayoutChg>
        <pc:sldLayoutChg chg="del">
          <pc:chgData name="NV Nhận" userId="ef425cf36cd38040" providerId="LiveId" clId="{181914FC-3BFC-49FE-86CF-EE08CF42E5B0}" dt="2025-11-02T09:45:48.650" v="553" actId="47"/>
          <pc:sldLayoutMkLst>
            <pc:docMk/>
            <pc:sldMasterMk cId="0" sldId="2147483888"/>
            <pc:sldLayoutMk cId="0" sldId="2147483890"/>
          </pc:sldLayoutMkLst>
        </pc:sldLayoutChg>
        <pc:sldLayoutChg chg="del">
          <pc:chgData name="NV Nhận" userId="ef425cf36cd38040" providerId="LiveId" clId="{181914FC-3BFC-49FE-86CF-EE08CF42E5B0}" dt="2025-11-02T09:45:48.650" v="553" actId="47"/>
          <pc:sldLayoutMkLst>
            <pc:docMk/>
            <pc:sldMasterMk cId="0" sldId="2147483888"/>
            <pc:sldLayoutMk cId="0" sldId="2147483891"/>
          </pc:sldLayoutMkLst>
        </pc:sldLayoutChg>
        <pc:sldLayoutChg chg="del">
          <pc:chgData name="NV Nhận" userId="ef425cf36cd38040" providerId="LiveId" clId="{181914FC-3BFC-49FE-86CF-EE08CF42E5B0}" dt="2025-11-02T09:45:48.650" v="553" actId="47"/>
          <pc:sldLayoutMkLst>
            <pc:docMk/>
            <pc:sldMasterMk cId="0" sldId="2147483888"/>
            <pc:sldLayoutMk cId="0" sldId="2147483892"/>
          </pc:sldLayoutMkLst>
        </pc:sldLayoutChg>
        <pc:sldLayoutChg chg="del">
          <pc:chgData name="NV Nhận" userId="ef425cf36cd38040" providerId="LiveId" clId="{181914FC-3BFC-49FE-86CF-EE08CF42E5B0}" dt="2025-11-02T09:45:48.650" v="553" actId="47"/>
          <pc:sldLayoutMkLst>
            <pc:docMk/>
            <pc:sldMasterMk cId="0" sldId="2147483888"/>
            <pc:sldLayoutMk cId="0" sldId="2147483893"/>
          </pc:sldLayoutMkLst>
        </pc:sldLayoutChg>
        <pc:sldLayoutChg chg="del">
          <pc:chgData name="NV Nhận" userId="ef425cf36cd38040" providerId="LiveId" clId="{181914FC-3BFC-49FE-86CF-EE08CF42E5B0}" dt="2025-11-02T09:45:48.650" v="553" actId="47"/>
          <pc:sldLayoutMkLst>
            <pc:docMk/>
            <pc:sldMasterMk cId="0" sldId="2147483888"/>
            <pc:sldLayoutMk cId="0" sldId="2147483894"/>
          </pc:sldLayoutMkLst>
        </pc:sldLayoutChg>
        <pc:sldLayoutChg chg="del">
          <pc:chgData name="NV Nhận" userId="ef425cf36cd38040" providerId="LiveId" clId="{181914FC-3BFC-49FE-86CF-EE08CF42E5B0}" dt="2025-11-02T09:45:48.650" v="553" actId="47"/>
          <pc:sldLayoutMkLst>
            <pc:docMk/>
            <pc:sldMasterMk cId="0" sldId="2147483888"/>
            <pc:sldLayoutMk cId="0" sldId="2147483895"/>
          </pc:sldLayoutMkLst>
        </pc:sldLayoutChg>
        <pc:sldLayoutChg chg="del">
          <pc:chgData name="NV Nhận" userId="ef425cf36cd38040" providerId="LiveId" clId="{181914FC-3BFC-49FE-86CF-EE08CF42E5B0}" dt="2025-11-02T09:45:48.650" v="553" actId="47"/>
          <pc:sldLayoutMkLst>
            <pc:docMk/>
            <pc:sldMasterMk cId="0" sldId="2147483888"/>
            <pc:sldLayoutMk cId="0" sldId="2147483896"/>
          </pc:sldLayoutMkLst>
        </pc:sldLayoutChg>
        <pc:sldLayoutChg chg="del">
          <pc:chgData name="NV Nhận" userId="ef425cf36cd38040" providerId="LiveId" clId="{181914FC-3BFC-49FE-86CF-EE08CF42E5B0}" dt="2025-11-02T09:45:48.650" v="553" actId="47"/>
          <pc:sldLayoutMkLst>
            <pc:docMk/>
            <pc:sldMasterMk cId="0" sldId="2147483888"/>
            <pc:sldLayoutMk cId="0" sldId="2147483897"/>
          </pc:sldLayoutMkLst>
        </pc:sldLayoutChg>
        <pc:sldLayoutChg chg="del">
          <pc:chgData name="NV Nhận" userId="ef425cf36cd38040" providerId="LiveId" clId="{181914FC-3BFC-49FE-86CF-EE08CF42E5B0}" dt="2025-11-02T09:45:48.650" v="553" actId="47"/>
          <pc:sldLayoutMkLst>
            <pc:docMk/>
            <pc:sldMasterMk cId="0" sldId="2147483888"/>
            <pc:sldLayoutMk cId="0" sldId="2147483898"/>
          </pc:sldLayoutMkLst>
        </pc:sldLayoutChg>
        <pc:sldLayoutChg chg="del">
          <pc:chgData name="NV Nhận" userId="ef425cf36cd38040" providerId="LiveId" clId="{181914FC-3BFC-49FE-86CF-EE08CF42E5B0}" dt="2025-11-02T09:45:48.650" v="553" actId="47"/>
          <pc:sldLayoutMkLst>
            <pc:docMk/>
            <pc:sldMasterMk cId="0" sldId="2147483888"/>
            <pc:sldLayoutMk cId="0" sldId="2147483899"/>
          </pc:sldLayoutMkLst>
        </pc:sldLayoutChg>
      </pc:sldMasterChg>
      <pc:sldMasterChg chg="del delSldLayout">
        <pc:chgData name="NV Nhận" userId="ef425cf36cd38040" providerId="LiveId" clId="{181914FC-3BFC-49FE-86CF-EE08CF42E5B0}" dt="2025-11-02T09:45:48.650" v="553" actId="47"/>
        <pc:sldMasterMkLst>
          <pc:docMk/>
          <pc:sldMasterMk cId="0" sldId="2147483900"/>
        </pc:sldMasterMkLst>
        <pc:sldLayoutChg chg="del">
          <pc:chgData name="NV Nhận" userId="ef425cf36cd38040" providerId="LiveId" clId="{181914FC-3BFC-49FE-86CF-EE08CF42E5B0}" dt="2025-11-02T09:45:48.650" v="553" actId="47"/>
          <pc:sldLayoutMkLst>
            <pc:docMk/>
            <pc:sldMasterMk cId="0" sldId="2147483900"/>
            <pc:sldLayoutMk cId="0" sldId="2147483901"/>
          </pc:sldLayoutMkLst>
        </pc:sldLayoutChg>
        <pc:sldLayoutChg chg="del">
          <pc:chgData name="NV Nhận" userId="ef425cf36cd38040" providerId="LiveId" clId="{181914FC-3BFC-49FE-86CF-EE08CF42E5B0}" dt="2025-11-02T09:45:48.650" v="553" actId="47"/>
          <pc:sldLayoutMkLst>
            <pc:docMk/>
            <pc:sldMasterMk cId="0" sldId="2147483900"/>
            <pc:sldLayoutMk cId="0" sldId="2147483902"/>
          </pc:sldLayoutMkLst>
        </pc:sldLayoutChg>
        <pc:sldLayoutChg chg="del">
          <pc:chgData name="NV Nhận" userId="ef425cf36cd38040" providerId="LiveId" clId="{181914FC-3BFC-49FE-86CF-EE08CF42E5B0}" dt="2025-11-02T09:45:48.650" v="553" actId="47"/>
          <pc:sldLayoutMkLst>
            <pc:docMk/>
            <pc:sldMasterMk cId="0" sldId="2147483900"/>
            <pc:sldLayoutMk cId="0" sldId="2147483903"/>
          </pc:sldLayoutMkLst>
        </pc:sldLayoutChg>
        <pc:sldLayoutChg chg="del">
          <pc:chgData name="NV Nhận" userId="ef425cf36cd38040" providerId="LiveId" clId="{181914FC-3BFC-49FE-86CF-EE08CF42E5B0}" dt="2025-11-02T09:45:48.650" v="553" actId="47"/>
          <pc:sldLayoutMkLst>
            <pc:docMk/>
            <pc:sldMasterMk cId="0" sldId="2147483900"/>
            <pc:sldLayoutMk cId="0" sldId="2147483904"/>
          </pc:sldLayoutMkLst>
        </pc:sldLayoutChg>
        <pc:sldLayoutChg chg="del">
          <pc:chgData name="NV Nhận" userId="ef425cf36cd38040" providerId="LiveId" clId="{181914FC-3BFC-49FE-86CF-EE08CF42E5B0}" dt="2025-11-02T09:45:48.650" v="553" actId="47"/>
          <pc:sldLayoutMkLst>
            <pc:docMk/>
            <pc:sldMasterMk cId="0" sldId="2147483900"/>
            <pc:sldLayoutMk cId="0" sldId="2147483905"/>
          </pc:sldLayoutMkLst>
        </pc:sldLayoutChg>
        <pc:sldLayoutChg chg="del">
          <pc:chgData name="NV Nhận" userId="ef425cf36cd38040" providerId="LiveId" clId="{181914FC-3BFC-49FE-86CF-EE08CF42E5B0}" dt="2025-11-02T09:45:48.650" v="553" actId="47"/>
          <pc:sldLayoutMkLst>
            <pc:docMk/>
            <pc:sldMasterMk cId="0" sldId="2147483900"/>
            <pc:sldLayoutMk cId="0" sldId="2147483906"/>
          </pc:sldLayoutMkLst>
        </pc:sldLayoutChg>
        <pc:sldLayoutChg chg="del">
          <pc:chgData name="NV Nhận" userId="ef425cf36cd38040" providerId="LiveId" clId="{181914FC-3BFC-49FE-86CF-EE08CF42E5B0}" dt="2025-11-02T09:45:48.650" v="553" actId="47"/>
          <pc:sldLayoutMkLst>
            <pc:docMk/>
            <pc:sldMasterMk cId="0" sldId="2147483900"/>
            <pc:sldLayoutMk cId="0" sldId="2147483907"/>
          </pc:sldLayoutMkLst>
        </pc:sldLayoutChg>
        <pc:sldLayoutChg chg="del">
          <pc:chgData name="NV Nhận" userId="ef425cf36cd38040" providerId="LiveId" clId="{181914FC-3BFC-49FE-86CF-EE08CF42E5B0}" dt="2025-11-02T09:45:48.650" v="553" actId="47"/>
          <pc:sldLayoutMkLst>
            <pc:docMk/>
            <pc:sldMasterMk cId="0" sldId="2147483900"/>
            <pc:sldLayoutMk cId="0" sldId="2147483908"/>
          </pc:sldLayoutMkLst>
        </pc:sldLayoutChg>
        <pc:sldLayoutChg chg="del">
          <pc:chgData name="NV Nhận" userId="ef425cf36cd38040" providerId="LiveId" clId="{181914FC-3BFC-49FE-86CF-EE08CF42E5B0}" dt="2025-11-02T09:45:48.650" v="553" actId="47"/>
          <pc:sldLayoutMkLst>
            <pc:docMk/>
            <pc:sldMasterMk cId="0" sldId="2147483900"/>
            <pc:sldLayoutMk cId="0" sldId="2147483909"/>
          </pc:sldLayoutMkLst>
        </pc:sldLayoutChg>
        <pc:sldLayoutChg chg="del">
          <pc:chgData name="NV Nhận" userId="ef425cf36cd38040" providerId="LiveId" clId="{181914FC-3BFC-49FE-86CF-EE08CF42E5B0}" dt="2025-11-02T09:45:48.650" v="553" actId="47"/>
          <pc:sldLayoutMkLst>
            <pc:docMk/>
            <pc:sldMasterMk cId="0" sldId="2147483900"/>
            <pc:sldLayoutMk cId="0" sldId="2147483910"/>
          </pc:sldLayoutMkLst>
        </pc:sldLayoutChg>
        <pc:sldLayoutChg chg="del">
          <pc:chgData name="NV Nhận" userId="ef425cf36cd38040" providerId="LiveId" clId="{181914FC-3BFC-49FE-86CF-EE08CF42E5B0}" dt="2025-11-02T09:45:48.650" v="553" actId="47"/>
          <pc:sldLayoutMkLst>
            <pc:docMk/>
            <pc:sldMasterMk cId="0" sldId="2147483900"/>
            <pc:sldLayoutMk cId="0" sldId="214748391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07FC6D-C42C-443B-BC37-9F90292AA0B1}" type="datetimeFigureOut">
              <a:rPr lang="en-US" smtClean="0"/>
              <a:t>11/2/2025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383797-DA8E-47EE-8057-FF120D4D1CD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0942B4-DBAD-456B-BF73-9F29CC890F89}"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D55EA5-3370-4C7C-A627-2A4252009235}"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3</a:t>
            </a:fld>
            <a:endParaRPr lang="en-US"/>
          </a:p>
        </p:txBody>
      </p:sp>
    </p:spTree>
    <p:extLst>
      <p:ext uri="{BB962C8B-B14F-4D97-AF65-F5344CB8AC3E}">
        <p14:creationId xmlns:p14="http://schemas.microsoft.com/office/powerpoint/2010/main" val="1718883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5</a:t>
            </a:fld>
            <a:endParaRPr lang="en-US"/>
          </a:p>
        </p:txBody>
      </p:sp>
    </p:spTree>
    <p:extLst>
      <p:ext uri="{BB962C8B-B14F-4D97-AF65-F5344CB8AC3E}">
        <p14:creationId xmlns:p14="http://schemas.microsoft.com/office/powerpoint/2010/main" val="2994127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a:solidFill>
                  <a:srgbClr val="222222"/>
                </a:solidFill>
                <a:effectLst/>
                <a:latin typeface="Verdana" panose="020B0604030504040204" pitchFamily="34" charset="0"/>
              </a:rPr>
              <a:t>Node.js sử dụng một mô hình non-blocking I/O (input/output) và event-driven, nghĩa là các hoạt động như đọc file, truy vấn cơ sở dữ liệu, hoặc giao tiếp mạng được thực hiện mà không chặn tiến trình chính.</a:t>
            </a:r>
          </a:p>
          <a:p>
            <a:pPr algn="l"/>
            <a:r>
              <a:rPr lang="vi-VN" b="0" i="0">
                <a:solidFill>
                  <a:srgbClr val="222222"/>
                </a:solidFill>
                <a:effectLst/>
                <a:latin typeface="Verdana" panose="020B0604030504040204" pitchFamily="34" charset="0"/>
              </a:rPr>
              <a:t>Điều này cho phép xử lý nhiều yêu cầu cùng lúc mà không cần tạo nhiều luồng (thread), giúp giảm bớt chi phí liên quan đến quản lý luồng và tối ưu hóa hiệu suất.</a:t>
            </a:r>
          </a:p>
          <a:p>
            <a:pPr algn="l"/>
            <a:r>
              <a:rPr lang="vi-VN" b="0" i="0">
                <a:solidFill>
                  <a:srgbClr val="222222"/>
                </a:solidFill>
                <a:effectLst/>
                <a:latin typeface="Verdana" panose="020B0604030504040204" pitchFamily="34" charset="0"/>
              </a:rPr>
              <a:t>Khi một hoạt động I/O được khởi tạo, nó sẽ được gửi đến thực thi trong hệ thống hoặc cơ sở dữ liệu mà không làm chậm tiến trình chính.</a:t>
            </a:r>
          </a:p>
          <a:p>
            <a:pPr algn="l"/>
            <a:r>
              <a:rPr lang="vi-VN" b="0" i="0">
                <a:solidFill>
                  <a:srgbClr val="222222"/>
                </a:solidFill>
                <a:effectLst/>
                <a:latin typeface="Verdana" panose="020B0604030504040204" pitchFamily="34" charset="0"/>
              </a:rPr>
              <a:t>Sau khi hoạt động hoàn tất, một sự kiện sẽ được phát đi và xử lý bằng các hàm gọi lại (callback).</a:t>
            </a:r>
          </a:p>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6</a:t>
            </a:fld>
            <a:endParaRPr lang="en-US"/>
          </a:p>
        </p:txBody>
      </p:sp>
    </p:spTree>
    <p:extLst>
      <p:ext uri="{BB962C8B-B14F-4D97-AF65-F5344CB8AC3E}">
        <p14:creationId xmlns:p14="http://schemas.microsoft.com/office/powerpoint/2010/main" val="1169854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7</a:t>
            </a:fld>
            <a:endParaRPr lang="en-US"/>
          </a:p>
        </p:txBody>
      </p:sp>
    </p:spTree>
    <p:extLst>
      <p:ext uri="{BB962C8B-B14F-4D97-AF65-F5344CB8AC3E}">
        <p14:creationId xmlns:p14="http://schemas.microsoft.com/office/powerpoint/2010/main" val="4262213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9</a:t>
            </a:fld>
            <a:endParaRPr lang="en-US"/>
          </a:p>
        </p:txBody>
      </p:sp>
    </p:spTree>
    <p:extLst>
      <p:ext uri="{BB962C8B-B14F-4D97-AF65-F5344CB8AC3E}">
        <p14:creationId xmlns:p14="http://schemas.microsoft.com/office/powerpoint/2010/main" val="1157441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10</a:t>
            </a:fld>
            <a:endParaRPr lang="en-US"/>
          </a:p>
        </p:txBody>
      </p:sp>
    </p:spTree>
    <p:extLst>
      <p:ext uri="{BB962C8B-B14F-4D97-AF65-F5344CB8AC3E}">
        <p14:creationId xmlns:p14="http://schemas.microsoft.com/office/powerpoint/2010/main" val="1064509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800">
                <a:effectLst/>
                <a:latin typeface="Times New Roman" panose="02020603050405020304" pitchFamily="18" charset="0"/>
                <a:ea typeface="Times New Roman" panose="02020603050405020304" pitchFamily="18" charset="0"/>
              </a:rPr>
              <a:t>npm giúp chúng ta quản lý thư viện, phiên bản và phụ thuộc một cách dễ dàng</a:t>
            </a:r>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11</a:t>
            </a:fld>
            <a:endParaRPr lang="en-US"/>
          </a:p>
        </p:txBody>
      </p:sp>
    </p:spTree>
    <p:extLst>
      <p:ext uri="{BB962C8B-B14F-4D97-AF65-F5344CB8AC3E}">
        <p14:creationId xmlns:p14="http://schemas.microsoft.com/office/powerpoint/2010/main" val="24660884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12</a:t>
            </a:fld>
            <a:endParaRPr lang="en-US"/>
          </a:p>
        </p:txBody>
      </p:sp>
    </p:spTree>
    <p:extLst>
      <p:ext uri="{BB962C8B-B14F-4D97-AF65-F5344CB8AC3E}">
        <p14:creationId xmlns:p14="http://schemas.microsoft.com/office/powerpoint/2010/main" val="4228801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13</a:t>
            </a:fld>
            <a:endParaRPr lang="en-US"/>
          </a:p>
        </p:txBody>
      </p:sp>
    </p:spTree>
    <p:extLst>
      <p:ext uri="{BB962C8B-B14F-4D97-AF65-F5344CB8AC3E}">
        <p14:creationId xmlns:p14="http://schemas.microsoft.com/office/powerpoint/2010/main" val="1448416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14</a:t>
            </a:fld>
            <a:endParaRPr lang="en-US"/>
          </a:p>
        </p:txBody>
      </p:sp>
    </p:spTree>
    <p:extLst>
      <p:ext uri="{BB962C8B-B14F-4D97-AF65-F5344CB8AC3E}">
        <p14:creationId xmlns:p14="http://schemas.microsoft.com/office/powerpoint/2010/main" val="3312439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15</a:t>
            </a:fld>
            <a:endParaRPr lang="en-US"/>
          </a:p>
        </p:txBody>
      </p:sp>
    </p:spTree>
    <p:extLst>
      <p:ext uri="{BB962C8B-B14F-4D97-AF65-F5344CB8AC3E}">
        <p14:creationId xmlns:p14="http://schemas.microsoft.com/office/powerpoint/2010/main" val="4192793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16</a:t>
            </a:fld>
            <a:endParaRPr lang="en-US"/>
          </a:p>
        </p:txBody>
      </p:sp>
    </p:spTree>
    <p:extLst>
      <p:ext uri="{BB962C8B-B14F-4D97-AF65-F5344CB8AC3E}">
        <p14:creationId xmlns:p14="http://schemas.microsoft.com/office/powerpoint/2010/main" val="38671820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Times New Roman" panose="02020603050405020304" pitchFamily="18" charset="0"/>
                <a:ea typeface="Times New Roman" panose="02020603050405020304" pitchFamily="18" charset="0"/>
              </a:rPr>
              <a:t>Nói cách khác, nếu Node.js là 'động cơ', thì Express chính là 'bộ khung xe' giúp chúng ta dễ dàng điều khiển và mở rộng ứng dụng</a:t>
            </a:r>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17</a:t>
            </a:fld>
            <a:endParaRPr lang="en-US"/>
          </a:p>
        </p:txBody>
      </p:sp>
    </p:spTree>
    <p:extLst>
      <p:ext uri="{BB962C8B-B14F-4D97-AF65-F5344CB8AC3E}">
        <p14:creationId xmlns:p14="http://schemas.microsoft.com/office/powerpoint/2010/main" val="1480387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18</a:t>
            </a:fld>
            <a:endParaRPr lang="en-US"/>
          </a:p>
        </p:txBody>
      </p:sp>
    </p:spTree>
    <p:extLst>
      <p:ext uri="{BB962C8B-B14F-4D97-AF65-F5344CB8AC3E}">
        <p14:creationId xmlns:p14="http://schemas.microsoft.com/office/powerpoint/2010/main" val="374215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19</a:t>
            </a:fld>
            <a:endParaRPr lang="en-US"/>
          </a:p>
        </p:txBody>
      </p:sp>
    </p:spTree>
    <p:extLst>
      <p:ext uri="{BB962C8B-B14F-4D97-AF65-F5344CB8AC3E}">
        <p14:creationId xmlns:p14="http://schemas.microsoft.com/office/powerpoint/2010/main" val="32296383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20</a:t>
            </a:fld>
            <a:endParaRPr lang="en-US"/>
          </a:p>
        </p:txBody>
      </p:sp>
    </p:spTree>
    <p:extLst>
      <p:ext uri="{BB962C8B-B14F-4D97-AF65-F5344CB8AC3E}">
        <p14:creationId xmlns:p14="http://schemas.microsoft.com/office/powerpoint/2010/main" val="25348020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sz="1800">
                <a:effectLst/>
                <a:latin typeface="Times New Roman" panose="02020603050405020304" pitchFamily="18" charset="0"/>
                <a:ea typeface="Times New Roman" panose="02020603050405020304" pitchFamily="18" charset="0"/>
              </a:rPr>
              <a:t>express() tạo một ứng dụng Express</a:t>
            </a:r>
            <a:endParaRPr lang="vi-VN" sz="180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1800">
                <a:effectLst/>
                <a:latin typeface="Times New Roman" panose="02020603050405020304" pitchFamily="18" charset="0"/>
                <a:ea typeface="Times New Roman" panose="02020603050405020304" pitchFamily="18" charset="0"/>
              </a:rPr>
              <a:t>app.get() xử lý yêu cầu GET tại đường dẫn /</a:t>
            </a:r>
            <a:endParaRPr lang="vi-VN" sz="180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1800">
                <a:effectLst/>
                <a:latin typeface="Times New Roman" panose="02020603050405020304" pitchFamily="18" charset="0"/>
                <a:ea typeface="Times New Roman" panose="02020603050405020304" pitchFamily="18" charset="0"/>
              </a:rPr>
              <a:t>res.send() gửi phản hồi về trình duyệt</a:t>
            </a:r>
            <a:endParaRPr lang="vi-VN" sz="180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1800">
                <a:effectLst/>
                <a:latin typeface="Times New Roman" panose="02020603050405020304" pitchFamily="18" charset="0"/>
                <a:ea typeface="Times New Roman" panose="02020603050405020304" pitchFamily="18" charset="0"/>
              </a:rPr>
              <a:t>app.listen() khởi động server tại cổng 3000"</a:t>
            </a:r>
            <a:endParaRPr lang="vi-VN" sz="1800">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21</a:t>
            </a:fld>
            <a:endParaRPr lang="en-US"/>
          </a:p>
        </p:txBody>
      </p:sp>
    </p:spTree>
    <p:extLst>
      <p:ext uri="{BB962C8B-B14F-4D97-AF65-F5344CB8AC3E}">
        <p14:creationId xmlns:p14="http://schemas.microsoft.com/office/powerpoint/2010/main" val="41536138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22</a:t>
            </a:fld>
            <a:endParaRPr lang="en-US"/>
          </a:p>
        </p:txBody>
      </p:sp>
    </p:spTree>
    <p:extLst>
      <p:ext uri="{BB962C8B-B14F-4D97-AF65-F5344CB8AC3E}">
        <p14:creationId xmlns:p14="http://schemas.microsoft.com/office/powerpoint/2010/main" val="22795698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23</a:t>
            </a:fld>
            <a:endParaRPr lang="en-US"/>
          </a:p>
        </p:txBody>
      </p:sp>
    </p:spTree>
    <p:extLst>
      <p:ext uri="{BB962C8B-B14F-4D97-AF65-F5344CB8AC3E}">
        <p14:creationId xmlns:p14="http://schemas.microsoft.com/office/powerpoint/2010/main" val="1559764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24</a:t>
            </a:fld>
            <a:endParaRPr lang="en-US"/>
          </a:p>
        </p:txBody>
      </p:sp>
    </p:spTree>
    <p:extLst>
      <p:ext uri="{BB962C8B-B14F-4D97-AF65-F5344CB8AC3E}">
        <p14:creationId xmlns:p14="http://schemas.microsoft.com/office/powerpoint/2010/main" val="38751778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25</a:t>
            </a:fld>
            <a:endParaRPr lang="en-US"/>
          </a:p>
        </p:txBody>
      </p:sp>
    </p:spTree>
    <p:extLst>
      <p:ext uri="{BB962C8B-B14F-4D97-AF65-F5344CB8AC3E}">
        <p14:creationId xmlns:p14="http://schemas.microsoft.com/office/powerpoint/2010/main" val="42248901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26</a:t>
            </a:fld>
            <a:endParaRPr lang="en-US"/>
          </a:p>
        </p:txBody>
      </p:sp>
    </p:spTree>
    <p:extLst>
      <p:ext uri="{BB962C8B-B14F-4D97-AF65-F5344CB8AC3E}">
        <p14:creationId xmlns:p14="http://schemas.microsoft.com/office/powerpoint/2010/main" val="15334072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27</a:t>
            </a:fld>
            <a:endParaRPr lang="en-US"/>
          </a:p>
        </p:txBody>
      </p:sp>
    </p:spTree>
    <p:extLst>
      <p:ext uri="{BB962C8B-B14F-4D97-AF65-F5344CB8AC3E}">
        <p14:creationId xmlns:p14="http://schemas.microsoft.com/office/powerpoint/2010/main" val="8074946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28</a:t>
            </a:fld>
            <a:endParaRPr lang="en-US"/>
          </a:p>
        </p:txBody>
      </p:sp>
    </p:spTree>
    <p:extLst>
      <p:ext uri="{BB962C8B-B14F-4D97-AF65-F5344CB8AC3E}">
        <p14:creationId xmlns:p14="http://schemas.microsoft.com/office/powerpoint/2010/main" val="35097577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Times New Roman" panose="02020603050405020304" pitchFamily="18" charset="0"/>
                <a:ea typeface="Times New Roman" panose="02020603050405020304" pitchFamily="18" charset="0"/>
              </a:rPr>
              <a:t>Frontend sẽ gửi yêu cầu (request), backend sẽ xử lý và trả về kết quả (response)</a:t>
            </a:r>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29</a:t>
            </a:fld>
            <a:endParaRPr lang="en-US"/>
          </a:p>
        </p:txBody>
      </p:sp>
    </p:spTree>
    <p:extLst>
      <p:ext uri="{BB962C8B-B14F-4D97-AF65-F5344CB8AC3E}">
        <p14:creationId xmlns:p14="http://schemas.microsoft.com/office/powerpoint/2010/main" val="21096356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30</a:t>
            </a:fld>
            <a:endParaRPr lang="en-US"/>
          </a:p>
        </p:txBody>
      </p:sp>
    </p:spTree>
    <p:extLst>
      <p:ext uri="{BB962C8B-B14F-4D97-AF65-F5344CB8AC3E}">
        <p14:creationId xmlns:p14="http://schemas.microsoft.com/office/powerpoint/2010/main" val="29083183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Times New Roman" panose="02020603050405020304" pitchFamily="18" charset="0"/>
                <a:ea typeface="Times New Roman" panose="02020603050405020304" pitchFamily="18" charset="0"/>
              </a:rPr>
              <a:t>Nhờ RESTful API, chúng ta có thể xây dựng các hệ thống linh hoạt, dễ mở rộng và dễ tích hợp</a:t>
            </a:r>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31</a:t>
            </a:fld>
            <a:endParaRPr lang="en-US"/>
          </a:p>
        </p:txBody>
      </p:sp>
    </p:spTree>
    <p:extLst>
      <p:ext uri="{BB962C8B-B14F-4D97-AF65-F5344CB8AC3E}">
        <p14:creationId xmlns:p14="http://schemas.microsoft.com/office/powerpoint/2010/main" val="33914091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Ngoài ra RESTful có hỗ trợ các phương thức khác: PATCH, OPTIONS…</a:t>
            </a:r>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32</a:t>
            </a:fld>
            <a:endParaRPr lang="en-US"/>
          </a:p>
        </p:txBody>
      </p:sp>
    </p:spTree>
    <p:extLst>
      <p:ext uri="{BB962C8B-B14F-4D97-AF65-F5344CB8AC3E}">
        <p14:creationId xmlns:p14="http://schemas.microsoft.com/office/powerpoint/2010/main" val="3074911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33</a:t>
            </a:fld>
            <a:endParaRPr lang="en-US"/>
          </a:p>
        </p:txBody>
      </p:sp>
    </p:spTree>
    <p:extLst>
      <p:ext uri="{BB962C8B-B14F-4D97-AF65-F5344CB8AC3E}">
        <p14:creationId xmlns:p14="http://schemas.microsoft.com/office/powerpoint/2010/main" val="30940356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Times New Roman" panose="02020603050405020304" pitchFamily="18" charset="0"/>
                <a:ea typeface="Times New Roman" panose="02020603050405020304" pitchFamily="18" charset="0"/>
              </a:rPr>
              <a:t>Đây là mô hình phổ biến trong các dự án hiện đại, đặc biệt khi dùng React, Vue, hoặc Angular ở frontend</a:t>
            </a:r>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34</a:t>
            </a:fld>
            <a:endParaRPr lang="en-US"/>
          </a:p>
        </p:txBody>
      </p:sp>
    </p:spTree>
    <p:extLst>
      <p:ext uri="{BB962C8B-B14F-4D97-AF65-F5344CB8AC3E}">
        <p14:creationId xmlns:p14="http://schemas.microsoft.com/office/powerpoint/2010/main" val="11608886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35</a:t>
            </a:fld>
            <a:endParaRPr lang="en-US"/>
          </a:p>
        </p:txBody>
      </p:sp>
    </p:spTree>
    <p:extLst>
      <p:ext uri="{BB962C8B-B14F-4D97-AF65-F5344CB8AC3E}">
        <p14:creationId xmlns:p14="http://schemas.microsoft.com/office/powerpoint/2010/main" val="6412097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D55EA5-3370-4C7C-A627-2A4252009235}" type="slidenum">
              <a:rPr lang="en-US" smtClean="0"/>
              <a:t>36</a:t>
            </a:fld>
            <a:endParaRPr lang="en-US"/>
          </a:p>
        </p:txBody>
      </p:sp>
    </p:spTree>
    <p:extLst>
      <p:ext uri="{BB962C8B-B14F-4D97-AF65-F5344CB8AC3E}">
        <p14:creationId xmlns:p14="http://schemas.microsoft.com/office/powerpoint/2010/main" val="6526584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jpe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4.jpeg"/><Relationship Id="rId4"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4.jpeg"/><Relationship Id="rId4" Type="http://schemas.openxmlformats.org/officeDocument/2006/relationships/image" Target="../media/image3.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B1DB16-2289-2C4D-8046-BE68B6527150}"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pic>
        <p:nvPicPr>
          <p:cNvPr id="2052" name="Picture 4" descr="Home | LMS PTIT"/>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1525526" y="226938"/>
            <a:ext cx="444500" cy="5685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B1F6AE-5CD3-9343-A870-0DB6A4D71CAC}"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DF6FB9-5927-D44A-9059-F7B1388068AD}"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38D9BE-0EB0-F445-837D-48EB984E6140}"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45CBC4-DD5E-4C4B-B57B-12448FABFB76}" type="datetime1">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7AAD20-ED16-42C0-8C46-A09995EC75E3}" type="slidenum">
              <a:rPr lang="en-US" smtClean="0"/>
              <a:t>‹#›</a:t>
            </a:fld>
            <a:endParaRPr lang="en-US"/>
          </a:p>
        </p:txBody>
      </p:sp>
      <p:pic>
        <p:nvPicPr>
          <p:cNvPr id="10" name="Picture 9"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11" name="Graphic 10"/>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2" name="Rectangle 11"/>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258F4C-4643-724D-91AD-173A1D02BAF2}" type="datetime1">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7AAD20-ED16-42C0-8C46-A09995EC75E3}" type="slidenum">
              <a:rPr lang="en-US" smtClean="0"/>
              <a:t>‹#›</a:t>
            </a:fld>
            <a:endParaRPr lang="en-US"/>
          </a:p>
        </p:txBody>
      </p:sp>
      <p:pic>
        <p:nvPicPr>
          <p:cNvPr id="6" name="Picture 5"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7" name="Graphic 6"/>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8" name="Rectangle 7"/>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60AEE9-AB3F-B14B-B90A-A376ABDB5F06}" type="datetime1">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7AAD20-ED16-42C0-8C46-A09995EC75E3}" type="slidenum">
              <a:rPr lang="en-US" smtClean="0"/>
              <a:t>‹#›</a:t>
            </a:fld>
            <a:endParaRPr lang="en-US"/>
          </a:p>
        </p:txBody>
      </p:sp>
      <p:pic>
        <p:nvPicPr>
          <p:cNvPr id="5" name="Picture 4"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6" name="Graphic 5"/>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7" name="Rectangle 6"/>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74F6BB-3D6E-1B4C-AD57-1EB573902106}"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13BAEA-2FE6-084A-AB66-F7800706FF72}"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FDB4C5-2F08-404D-B40E-18F82C4040AC}"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67A5-D17B-A841-B8C8-DF7F2064090F}"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B1DB16-2289-2C4D-8046-BE68B6527150}"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pic>
        <p:nvPicPr>
          <p:cNvPr id="2052" name="Picture 4" descr="Home | LMS PTIT"/>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1525526" y="226938"/>
            <a:ext cx="444500" cy="5685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B1F6AE-5CD3-9343-A870-0DB6A4D71CAC}"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DF6FB9-5927-D44A-9059-F7B1388068AD}"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38D9BE-0EB0-F445-837D-48EB984E6140}"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45CBC4-DD5E-4C4B-B57B-12448FABFB76}" type="datetime1">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7AAD20-ED16-42C0-8C46-A09995EC75E3}" type="slidenum">
              <a:rPr lang="en-US" smtClean="0"/>
              <a:t>‹#›</a:t>
            </a:fld>
            <a:endParaRPr lang="en-US"/>
          </a:p>
        </p:txBody>
      </p:sp>
      <p:pic>
        <p:nvPicPr>
          <p:cNvPr id="10" name="Picture 9"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11" name="Graphic 10"/>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2" name="Rectangle 11"/>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258F4C-4643-724D-91AD-173A1D02BAF2}" type="datetime1">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7AAD20-ED16-42C0-8C46-A09995EC75E3}" type="slidenum">
              <a:rPr lang="en-US" smtClean="0"/>
              <a:t>‹#›</a:t>
            </a:fld>
            <a:endParaRPr lang="en-US"/>
          </a:p>
        </p:txBody>
      </p:sp>
      <p:pic>
        <p:nvPicPr>
          <p:cNvPr id="6" name="Picture 5"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7" name="Graphic 6"/>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8" name="Rectangle 7"/>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60AEE9-AB3F-B14B-B90A-A376ABDB5F06}" type="datetime1">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7AAD20-ED16-42C0-8C46-A09995EC75E3}" type="slidenum">
              <a:rPr lang="en-US" smtClean="0"/>
              <a:t>‹#›</a:t>
            </a:fld>
            <a:endParaRPr lang="en-US"/>
          </a:p>
        </p:txBody>
      </p:sp>
      <p:pic>
        <p:nvPicPr>
          <p:cNvPr id="5" name="Picture 4"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6" name="Graphic 5"/>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7" name="Rectangle 6"/>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74F6BB-3D6E-1B4C-AD57-1EB573902106}"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13BAEA-2FE6-084A-AB66-F7800706FF72}"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FDB4C5-2F08-404D-B40E-18F82C4040AC}"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67A5-D17B-A841-B8C8-DF7F2064090F}"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B1DB16-2289-2C4D-8046-BE68B6527150}"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pic>
        <p:nvPicPr>
          <p:cNvPr id="2052" name="Picture 4" descr="Home | LMS PTIT"/>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1525526" y="226938"/>
            <a:ext cx="444500" cy="5685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B1F6AE-5CD3-9343-A870-0DB6A4D71CAC}"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DF6FB9-5927-D44A-9059-F7B1388068AD}"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38D9BE-0EB0-F445-837D-48EB984E6140}"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45CBC4-DD5E-4C4B-B57B-12448FABFB76}" type="datetime1">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7AAD20-ED16-42C0-8C46-A09995EC75E3}" type="slidenum">
              <a:rPr lang="en-US" smtClean="0"/>
              <a:t>‹#›</a:t>
            </a:fld>
            <a:endParaRPr lang="en-US"/>
          </a:p>
        </p:txBody>
      </p:sp>
      <p:pic>
        <p:nvPicPr>
          <p:cNvPr id="10" name="Picture 9"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11" name="Graphic 10"/>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2" name="Rectangle 11"/>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258F4C-4643-724D-91AD-173A1D02BAF2}" type="datetime1">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7AAD20-ED16-42C0-8C46-A09995EC75E3}" type="slidenum">
              <a:rPr lang="en-US" smtClean="0"/>
              <a:t>‹#›</a:t>
            </a:fld>
            <a:endParaRPr lang="en-US"/>
          </a:p>
        </p:txBody>
      </p:sp>
      <p:pic>
        <p:nvPicPr>
          <p:cNvPr id="6" name="Picture 5"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7" name="Graphic 6"/>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8" name="Rectangle 7"/>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60AEE9-AB3F-B14B-B90A-A376ABDB5F06}" type="datetime1">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7AAD20-ED16-42C0-8C46-A09995EC75E3}" type="slidenum">
              <a:rPr lang="en-US" smtClean="0"/>
              <a:t>‹#›</a:t>
            </a:fld>
            <a:endParaRPr lang="en-US"/>
          </a:p>
        </p:txBody>
      </p:sp>
      <p:pic>
        <p:nvPicPr>
          <p:cNvPr id="5" name="Picture 4"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6" name="Graphic 5"/>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7" name="Rectangle 6"/>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74F6BB-3D6E-1B4C-AD57-1EB573902106}"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13BAEA-2FE6-084A-AB66-F7800706FF72}"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FDB4C5-2F08-404D-B40E-18F82C4040AC}"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67A5-D17B-A841-B8C8-DF7F2064090F}"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B1DB16-2289-2C4D-8046-BE68B6527150}"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pic>
        <p:nvPicPr>
          <p:cNvPr id="2052" name="Picture 4" descr="Home | LMS PTIT"/>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1525526" y="226938"/>
            <a:ext cx="444500" cy="5685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B1F6AE-5CD3-9343-A870-0DB6A4D71CAC}"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DF6FB9-5927-D44A-9059-F7B1388068AD}"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38D9BE-0EB0-F445-837D-48EB984E6140}"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45CBC4-DD5E-4C4B-B57B-12448FABFB76}" type="datetime1">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7AAD20-ED16-42C0-8C46-A09995EC75E3}" type="slidenum">
              <a:rPr lang="en-US" smtClean="0"/>
              <a:t>‹#›</a:t>
            </a:fld>
            <a:endParaRPr lang="en-US"/>
          </a:p>
        </p:txBody>
      </p:sp>
      <p:pic>
        <p:nvPicPr>
          <p:cNvPr id="10" name="Picture 9"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11" name="Graphic 10"/>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2" name="Rectangle 11"/>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258F4C-4643-724D-91AD-173A1D02BAF2}" type="datetime1">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7AAD20-ED16-42C0-8C46-A09995EC75E3}" type="slidenum">
              <a:rPr lang="en-US" smtClean="0"/>
              <a:t>‹#›</a:t>
            </a:fld>
            <a:endParaRPr lang="en-US"/>
          </a:p>
        </p:txBody>
      </p:sp>
      <p:pic>
        <p:nvPicPr>
          <p:cNvPr id="6" name="Picture 5"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7" name="Graphic 6"/>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8" name="Rectangle 7"/>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60AEE9-AB3F-B14B-B90A-A376ABDB5F06}" type="datetime1">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7AAD20-ED16-42C0-8C46-A09995EC75E3}" type="slidenum">
              <a:rPr lang="en-US" smtClean="0"/>
              <a:t>‹#›</a:t>
            </a:fld>
            <a:endParaRPr lang="en-US"/>
          </a:p>
        </p:txBody>
      </p:sp>
      <p:pic>
        <p:nvPicPr>
          <p:cNvPr id="5" name="Picture 4"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6" name="Graphic 5"/>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7" name="Rectangle 6"/>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74F6BB-3D6E-1B4C-AD57-1EB573902106}"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13BAEA-2FE6-084A-AB66-F7800706FF72}"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7AAD20-ED16-42C0-8C46-A09995EC75E3}" type="slidenum">
              <a:rPr lang="en-US" smtClean="0"/>
              <a:t>‹#›</a:t>
            </a:fld>
            <a:endParaRPr lang="en-US"/>
          </a:p>
        </p:txBody>
      </p:sp>
      <p:pic>
        <p:nvPicPr>
          <p:cNvPr id="8" name="Picture 7"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10" name="Rectangle 9"/>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FDB4C5-2F08-404D-B40E-18F82C4040AC}"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67A5-D17B-A841-B8C8-DF7F2064090F}"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8" name="Graphic 7"/>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6281928"/>
            <a:ext cx="12192000" cy="576072"/>
          </a:xfrm>
          <a:prstGeom prst="rect">
            <a:avLst/>
          </a:prstGeom>
        </p:spPr>
      </p:pic>
      <p:sp>
        <p:nvSpPr>
          <p:cNvPr id="9" name="Rectangle 8"/>
          <p:cNvSpPr/>
          <p:nvPr userDrawn="1"/>
        </p:nvSpPr>
        <p:spPr>
          <a:xfrm>
            <a:off x="0" y="6488668"/>
            <a:ext cx="1277914" cy="307777"/>
          </a:xfrm>
          <a:prstGeom prst="rect">
            <a:avLst/>
          </a:prstGeom>
        </p:spPr>
        <p:txBody>
          <a:bodyPr wrap="none">
            <a:spAutoFit/>
          </a:bodyPr>
          <a:lstStyle/>
          <a:p>
            <a:r>
              <a:rPr lang="vi-VN" sz="1400" b="1" i="1" dirty="0">
                <a:solidFill>
                  <a:srgbClr val="DA2128"/>
                </a:solidFill>
                <a:latin typeface="Consolas" panose="020B0609020204030204" pitchFamily="49" charset="0"/>
                <a:cs typeface="Consolas" panose="020B0609020204030204" pitchFamily="49" charset="0"/>
              </a:rPr>
              <a:t>#MakeInPTIT</a:t>
            </a:r>
            <a:endParaRPr lang="en-US" sz="1400" b="1" i="1" dirty="0">
              <a:solidFill>
                <a:srgbClr val="DA2128"/>
              </a:solidFill>
              <a:latin typeface="Georgia" panose="02040502050405020303" pitchFamily="18" charset="0"/>
              <a:cs typeface="Consolas" panose="020B0609020204030204" pitchFamily="49"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D7BCA0-9F07-1547-8283-AF63CE37AAC0}" type="datetime1">
              <a:rPr lang="en-US" smtClean="0"/>
              <a:t>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AAD20-ED16-42C0-8C46-A09995EC75E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D7BCA0-9F07-1547-8283-AF63CE37AAC0}" type="datetime1">
              <a:rPr lang="en-US" smtClean="0"/>
              <a:t>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AAD20-ED16-42C0-8C46-A09995EC75E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D7BCA0-9F07-1547-8283-AF63CE37AAC0}" type="datetime1">
              <a:rPr lang="en-US" smtClean="0"/>
              <a:t>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AAD20-ED16-42C0-8C46-A09995EC75E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D7BCA0-9F07-1547-8283-AF63CE37AAC0}" type="datetime1">
              <a:rPr lang="en-US" smtClean="0"/>
              <a:t>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AAD20-ED16-42C0-8C46-A09995EC75E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3.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nodejs.or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4.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4.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4.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4.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4.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4.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4.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4.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4.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4.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4.xml"/><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4.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4.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4.xml"/><Relationship Id="rId4" Type="http://schemas.openxmlformats.org/officeDocument/2006/relationships/image" Target="../media/image29.jpe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4.xml"/><Relationship Id="rId4" Type="http://schemas.openxmlformats.org/officeDocument/2006/relationships/image" Target="../media/image30.jpe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4.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4.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pic>
        <p:nvPicPr>
          <p:cNvPr id="2" name="Picture 1" descr="A close up of a logo&#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358900"/>
            <a:ext cx="12192000" cy="5499100"/>
          </a:xfrm>
          <a:prstGeom prst="rect">
            <a:avLst/>
          </a:prstGeom>
        </p:spPr>
      </p:pic>
      <p:sp>
        <p:nvSpPr>
          <p:cNvPr id="3" name="TextBox 2"/>
          <p:cNvSpPr txBox="1"/>
          <p:nvPr/>
        </p:nvSpPr>
        <p:spPr>
          <a:xfrm>
            <a:off x="569020" y="2580513"/>
            <a:ext cx="11053960" cy="1014730"/>
          </a:xfrm>
          <a:prstGeom prst="rect">
            <a:avLst/>
          </a:prstGeom>
          <a:noFill/>
        </p:spPr>
        <p:txBody>
          <a:bodyPr wrap="square">
            <a:spAutoFit/>
          </a:bodyPr>
          <a:lstStyle/>
          <a:p>
            <a:pPr algn="just">
              <a:lnSpc>
                <a:spcPct val="150000"/>
              </a:lnSpc>
            </a:pPr>
            <a:r>
              <a:rPr lang="en-US" sz="4000" b="1" dirty="0">
                <a:solidFill>
                  <a:srgbClr val="FF0000"/>
                </a:solidFill>
                <a:latin typeface="Lato" panose="020F0502020204030203" pitchFamily="34" charset="0"/>
                <a:ea typeface="Lato" panose="020F0502020204030203" pitchFamily="34" charset="0"/>
                <a:cs typeface="Lato" panose="020F0502020204030203" pitchFamily="34" charset="0"/>
              </a:rPr>
              <a:t>LẬP TRÌNH WEB</a:t>
            </a:r>
            <a:endParaRPr lang="vi-VN" sz="4000" b="1" dirty="0">
              <a:solidFill>
                <a:srgbClr val="FF0000"/>
              </a:solidFill>
              <a:latin typeface="Lato" panose="020F0502020204030203" pitchFamily="34" charset="0"/>
              <a:ea typeface="Lato" panose="020F0502020204030203" pitchFamily="34" charset="0"/>
              <a:cs typeface="Lato" panose="020F0502020204030203" pitchFamily="34" charset="0"/>
            </a:endParaRPr>
          </a:p>
        </p:txBody>
      </p:sp>
      <p:sp>
        <p:nvSpPr>
          <p:cNvPr id="4" name="TextBox 3"/>
          <p:cNvSpPr txBox="1"/>
          <p:nvPr/>
        </p:nvSpPr>
        <p:spPr>
          <a:xfrm>
            <a:off x="569020" y="5490210"/>
            <a:ext cx="11053960" cy="1014730"/>
          </a:xfrm>
          <a:prstGeom prst="rect">
            <a:avLst/>
          </a:prstGeom>
          <a:noFill/>
        </p:spPr>
        <p:txBody>
          <a:bodyPr wrap="square">
            <a:spAutoFit/>
          </a:bodyPr>
          <a:lstStyle/>
          <a:p>
            <a:pPr algn="just">
              <a:lnSpc>
                <a:spcPct val="150000"/>
              </a:lnSpc>
            </a:pPr>
            <a:r>
              <a:rPr lang="en-US" sz="2000" b="1" dirty="0">
                <a:solidFill>
                  <a:schemeClr val="bg1"/>
                </a:solidFill>
                <a:latin typeface="Lato" panose="020F0502020204030203" pitchFamily="34" charset="0"/>
                <a:ea typeface="Lato" panose="020F0502020204030203" pitchFamily="34" charset="0"/>
                <a:cs typeface="Lato" panose="020F0502020204030203" pitchFamily="34" charset="0"/>
              </a:rPr>
              <a:t>Phan Quang Thành - 0336235613</a:t>
            </a:r>
          </a:p>
          <a:p>
            <a:pPr algn="just">
              <a:lnSpc>
                <a:spcPct val="150000"/>
              </a:lnSpc>
            </a:pPr>
            <a:r>
              <a:rPr lang="vi-VN" sz="2000" b="1" dirty="0">
                <a:solidFill>
                  <a:schemeClr val="bg1"/>
                </a:solidFill>
                <a:latin typeface="Lato" panose="020F0502020204030203" pitchFamily="34" charset="0"/>
                <a:ea typeface="Lato" panose="020F0502020204030203" pitchFamily="34" charset="0"/>
                <a:cs typeface="Lato" panose="020F0502020204030203" pitchFamily="34" charset="0"/>
              </a:rPr>
              <a:t>Reseach Institute of Posts and Telecommunications  (RIPT)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4" name="TextBox 3"/>
          <p:cNvSpPr txBox="1"/>
          <p:nvPr/>
        </p:nvSpPr>
        <p:spPr>
          <a:xfrm>
            <a:off x="569020" y="2840121"/>
            <a:ext cx="11053960" cy="884858"/>
          </a:xfrm>
          <a:prstGeom prst="rect">
            <a:avLst/>
          </a:prstGeom>
          <a:noFill/>
        </p:spPr>
        <p:txBody>
          <a:bodyPr wrap="square">
            <a:spAutoFit/>
          </a:bodyPr>
          <a:lstStyle/>
          <a:p>
            <a:pPr algn="ctr">
              <a:lnSpc>
                <a:spcPct val="150000"/>
              </a:lnSpc>
            </a:pPr>
            <a:r>
              <a:rPr lang="en-US" altLang="vi-VN" sz="4000" b="1">
                <a:solidFill>
                  <a:srgbClr val="DA2128"/>
                </a:solidFill>
                <a:latin typeface="Lato" panose="020F0502020204030203" pitchFamily="34" charset="0"/>
                <a:ea typeface="Lato" panose="020F0502020204030203" pitchFamily="34" charset="0"/>
                <a:cs typeface="Lato" panose="020F0502020204030203" pitchFamily="34" charset="0"/>
              </a:rPr>
              <a:t>Node.js</a:t>
            </a:r>
            <a:endParaRPr lang="en-US" altLang="vi-VN" sz="4000" b="1" dirty="0">
              <a:solidFill>
                <a:srgbClr val="DA2128"/>
              </a:solidFill>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Nội dung chính</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423447" y="1776088"/>
            <a:ext cx="8954993" cy="280506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a:t>Node.js là gì, tại sao chọn Node.js?</a:t>
            </a:r>
          </a:p>
          <a:p>
            <a:pPr marL="342900" indent="-342900">
              <a:lnSpc>
                <a:spcPct val="150000"/>
              </a:lnSpc>
              <a:buFont typeface="Arial" panose="020B0604020202020204" pitchFamily="34" charset="0"/>
              <a:buChar char="•"/>
            </a:pPr>
            <a:r>
              <a:rPr lang="en-US" sz="2400"/>
              <a:t>Cài đặt Node.js</a:t>
            </a:r>
          </a:p>
          <a:p>
            <a:pPr marL="342900" indent="-342900">
              <a:lnSpc>
                <a:spcPct val="150000"/>
              </a:lnSpc>
              <a:buFont typeface="Arial" panose="020B0604020202020204" pitchFamily="34" charset="0"/>
              <a:buChar char="•"/>
            </a:pPr>
            <a:r>
              <a:rPr lang="en-US" sz="2400"/>
              <a:t>Chạy Javascript bằng Node.js</a:t>
            </a:r>
          </a:p>
          <a:p>
            <a:pPr marL="342900" indent="-342900">
              <a:lnSpc>
                <a:spcPct val="150000"/>
              </a:lnSpc>
              <a:buFont typeface="Arial" panose="020B0604020202020204" pitchFamily="34" charset="0"/>
              <a:buChar char="•"/>
            </a:pPr>
            <a:r>
              <a:rPr lang="en-US" sz="2400"/>
              <a:t>Node modules và npm</a:t>
            </a:r>
          </a:p>
          <a:p>
            <a:pPr marL="342900" indent="-342900">
              <a:lnSpc>
                <a:spcPct val="150000"/>
              </a:lnSpc>
              <a:buFont typeface="Arial" panose="020B0604020202020204" pitchFamily="34" charset="0"/>
              <a:buChar char="•"/>
            </a:pPr>
            <a:r>
              <a:rPr lang="en-US" sz="2400"/>
              <a:t>Tạo web server cơ bản với http</a:t>
            </a:r>
            <a:endParaRPr lang="en-US" sz="2400" dirty="0"/>
          </a:p>
        </p:txBody>
      </p:sp>
      <p:pic>
        <p:nvPicPr>
          <p:cNvPr id="5" name="Picture 2" descr="Node.js – Wikipedia tiếng Việt">
            <a:extLst>
              <a:ext uri="{FF2B5EF4-FFF2-40B4-BE49-F238E27FC236}">
                <a16:creationId xmlns:a16="http://schemas.microsoft.com/office/drawing/2014/main" id="{51AE3103-FF7A-4B80-9FF5-5AC8C7C511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6454" y="4372490"/>
            <a:ext cx="2918578" cy="1797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3418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7262" y="879803"/>
            <a:ext cx="7879192" cy="583565"/>
          </a:xfrm>
          <a:prstGeom prst="rect">
            <a:avLst/>
          </a:prstGeom>
          <a:noFill/>
        </p:spPr>
        <p:txBody>
          <a:bodyPr wrap="square" rtlCol="0">
            <a:spAutoFit/>
          </a:bodyPr>
          <a:lstStyle/>
          <a:p>
            <a:r>
              <a:rPr lang="en-US" altLang="ko-KR" sz="3200" b="1" dirty="0">
                <a:latin typeface="Lato" panose="020F0502020204030203" pitchFamily="34" charset="0"/>
                <a:cs typeface="Lato" panose="020F0502020204030203" pitchFamily="34" charset="0"/>
              </a:rPr>
              <a:t>Giới thiệu chung</a:t>
            </a:r>
          </a:p>
        </p:txBody>
      </p:sp>
      <p:sp>
        <p:nvSpPr>
          <p:cNvPr id="5" name="TextBox 4"/>
          <p:cNvSpPr txBox="1"/>
          <p:nvPr/>
        </p:nvSpPr>
        <p:spPr>
          <a:xfrm>
            <a:off x="1267734" y="1630929"/>
            <a:ext cx="9469396" cy="280506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Node.js </a:t>
            </a:r>
            <a:r>
              <a:rPr lang="vi-VN" sz="2400">
                <a:latin typeface="Calibri" panose="020F0502020204030204" pitchFamily="34" charset="0"/>
                <a:ea typeface="Calibri" panose="020F0502020204030204" pitchFamily="34" charset="0"/>
                <a:cs typeface="Calibri" panose="020F0502020204030204" pitchFamily="34" charset="0"/>
              </a:rPr>
              <a:t>là một môi trường thực thi JavaScript nguồn mở và đa nền tảng;</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Node.js ra đời vào năm 2009 bởi Ryan Dahl;</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Được xây dựng trên nền tảng V8 – trình thông dịch JavaScript của Google Chrome;</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Có thể dùng nó để xây dựng server, xử lý dữ liệu, kết nối cơ sở dữ liệu...</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Node.js – Wikipedia tiếng Việt">
            <a:extLst>
              <a:ext uri="{FF2B5EF4-FFF2-40B4-BE49-F238E27FC236}">
                <a16:creationId xmlns:a16="http://schemas.microsoft.com/office/drawing/2014/main" id="{A617BEFD-77D1-4FE2-8880-EB5F64537B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6454" y="4372490"/>
            <a:ext cx="2918578" cy="17978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7262" y="879803"/>
            <a:ext cx="7879192" cy="583565"/>
          </a:xfrm>
          <a:prstGeom prst="rect">
            <a:avLst/>
          </a:prstGeom>
          <a:noFill/>
        </p:spPr>
        <p:txBody>
          <a:bodyPr wrap="square" rtlCol="0">
            <a:spAutoFit/>
          </a:bodyPr>
          <a:lstStyle/>
          <a:p>
            <a:r>
              <a:rPr lang="en-US" altLang="ko-KR" sz="3200" b="1" dirty="0">
                <a:latin typeface="Lato" panose="020F0502020204030203" pitchFamily="34" charset="0"/>
                <a:cs typeface="Lato" panose="020F0502020204030203" pitchFamily="34" charset="0"/>
              </a:rPr>
              <a:t>Giới thiệu chung</a:t>
            </a:r>
          </a:p>
        </p:txBody>
      </p:sp>
      <p:sp>
        <p:nvSpPr>
          <p:cNvPr id="5" name="TextBox 4"/>
          <p:cNvSpPr txBox="1"/>
          <p:nvPr/>
        </p:nvSpPr>
        <p:spPr>
          <a:xfrm>
            <a:off x="1189348" y="1593221"/>
            <a:ext cx="9813303" cy="391305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Nguồn mở (Open-source): </a:t>
            </a:r>
            <a:r>
              <a:rPr lang="vi-VN" sz="2400">
                <a:latin typeface="Calibri" panose="020F0502020204030204" pitchFamily="34" charset="0"/>
                <a:ea typeface="Calibri" panose="020F0502020204030204" pitchFamily="34" charset="0"/>
                <a:cs typeface="Calibri" panose="020F0502020204030204" pitchFamily="34" charset="0"/>
              </a:rPr>
              <a:t>Mã nguồn của Node.js được công bố công khai;</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Đa nền tảng (Cross-platform): </a:t>
            </a:r>
            <a:r>
              <a:rPr lang="vi-VN" sz="2400">
                <a:latin typeface="Calibri" panose="020F0502020204030204" pitchFamily="34" charset="0"/>
                <a:ea typeface="Calibri" panose="020F0502020204030204" pitchFamily="34" charset="0"/>
                <a:cs typeface="Calibri" panose="020F0502020204030204" pitchFamily="34" charset="0"/>
              </a:rPr>
              <a:t>nó có thể chạy trên Linux, macOS hoặc Windows;</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Môi trường thực thi: </a:t>
            </a:r>
            <a:r>
              <a:rPr lang="vi-VN" sz="2400">
                <a:latin typeface="Calibri" panose="020F0502020204030204" pitchFamily="34" charset="0"/>
                <a:ea typeface="Calibri" panose="020F0502020204030204" pitchFamily="34" charset="0"/>
                <a:cs typeface="Calibri" panose="020F0502020204030204" pitchFamily="34" charset="0"/>
              </a:rPr>
              <a:t>Node.js cho phép chạy JavaScript trên máy chủ, hoặc trong bất kỳ môi trường máy tính nào khác, không chỉ trong trình duyệt;</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Dựa trên V8 JavaScript Engine: </a:t>
            </a:r>
            <a:r>
              <a:rPr lang="vi-VN" sz="2400">
                <a:latin typeface="Calibri" panose="020F0502020204030204" pitchFamily="34" charset="0"/>
                <a:ea typeface="Calibri" panose="020F0502020204030204" pitchFamily="34" charset="0"/>
                <a:cs typeface="Calibri" panose="020F0502020204030204" pitchFamily="34" charset="0"/>
              </a:rPr>
              <a:t>Điều này giúp Node.js có khả năng thực thi JavaScript nhanh và hiệu quả, đồng thời hỗ trợ các tính năng mới nhất.</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4185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7262" y="879803"/>
            <a:ext cx="7879192" cy="583565"/>
          </a:xfrm>
          <a:prstGeom prst="rect">
            <a:avLst/>
          </a:prstGeom>
          <a:noFill/>
        </p:spPr>
        <p:txBody>
          <a:bodyPr wrap="square" rtlCol="0">
            <a:spAutoFit/>
          </a:bodyPr>
          <a:lstStyle/>
          <a:p>
            <a:r>
              <a:rPr lang="en-US" altLang="ko-KR" sz="3200" b="1" dirty="0">
                <a:latin typeface="Lato" panose="020F0502020204030203" pitchFamily="34" charset="0"/>
                <a:cs typeface="Lato" panose="020F0502020204030203" pitchFamily="34" charset="0"/>
              </a:rPr>
              <a:t>Giới thiệu chung</a:t>
            </a:r>
          </a:p>
        </p:txBody>
      </p:sp>
      <p:pic>
        <p:nvPicPr>
          <p:cNvPr id="2050" name="Picture 2" descr="NodeJS hoạt động ra sao?">
            <a:extLst>
              <a:ext uri="{FF2B5EF4-FFF2-40B4-BE49-F238E27FC236}">
                <a16:creationId xmlns:a16="http://schemas.microsoft.com/office/drawing/2014/main" id="{A62FE963-458B-4FDF-864A-91CF152025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6107" y="1545996"/>
            <a:ext cx="6459785" cy="4757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438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7262" y="879803"/>
            <a:ext cx="7879192" cy="583565"/>
          </a:xfrm>
          <a:prstGeom prst="rect">
            <a:avLst/>
          </a:prstGeom>
          <a:noFill/>
        </p:spPr>
        <p:txBody>
          <a:bodyPr wrap="square" rtlCol="0">
            <a:spAutoFit/>
          </a:bodyPr>
          <a:lstStyle/>
          <a:p>
            <a:r>
              <a:rPr lang="en-US" altLang="ko-KR" sz="3200" b="1" dirty="0">
                <a:latin typeface="Lato" panose="020F0502020204030203" pitchFamily="34" charset="0"/>
                <a:cs typeface="Lato" panose="020F0502020204030203" pitchFamily="34" charset="0"/>
              </a:rPr>
              <a:t>Giới thiệu chung</a:t>
            </a:r>
          </a:p>
        </p:txBody>
      </p:sp>
      <p:pic>
        <p:nvPicPr>
          <p:cNvPr id="5122" name="Picture 2" descr="Ứng dụng của NodeJS">
            <a:extLst>
              <a:ext uri="{FF2B5EF4-FFF2-40B4-BE49-F238E27FC236}">
                <a16:creationId xmlns:a16="http://schemas.microsoft.com/office/drawing/2014/main" id="{7FACDE4D-D5D3-4E0E-B82F-08E90C3AA0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1597843"/>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381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565503" y="918348"/>
            <a:ext cx="7879192" cy="583565"/>
          </a:xfrm>
          <a:prstGeom prst="rect">
            <a:avLst/>
          </a:prstGeom>
          <a:noFill/>
        </p:spPr>
        <p:txBody>
          <a:bodyPr wrap="square" rtlCol="0">
            <a:spAutoFit/>
          </a:bodyPr>
          <a:lstStyle/>
          <a:p>
            <a:r>
              <a:rPr lang="en-US" altLang="ko-KR" sz="3200" b="1" dirty="0">
                <a:latin typeface="Lato" panose="020F0502020204030203" pitchFamily="34" charset="0"/>
                <a:cs typeface="Lato" panose="020F0502020204030203" pitchFamily="34" charset="0"/>
              </a:rPr>
              <a:t>Lí do nên </a:t>
            </a:r>
            <a:r>
              <a:rPr lang="en-US" altLang="ko-KR" sz="3200" b="1">
                <a:latin typeface="Lato" panose="020F0502020204030203" pitchFamily="34" charset="0"/>
                <a:cs typeface="Lato" panose="020F0502020204030203" pitchFamily="34" charset="0"/>
              </a:rPr>
              <a:t>sử dụng</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183005" y="1653540"/>
            <a:ext cx="9243040" cy="2802627"/>
          </a:xfrm>
          <a:prstGeom prst="rect">
            <a:avLst/>
          </a:prstGeom>
          <a:noFill/>
        </p:spPr>
        <p:txBody>
          <a:bodyPr wrap="square">
            <a:spAutoFit/>
          </a:bodyPr>
          <a:lstStyle/>
          <a:p>
            <a:pPr>
              <a:lnSpc>
                <a:spcPct val="150000"/>
              </a:lnSpc>
            </a:pPr>
            <a:r>
              <a:rPr lang="en-US" sz="2400"/>
              <a:t>✅ </a:t>
            </a:r>
            <a:r>
              <a:rPr lang="vi-VN" sz="2400"/>
              <a:t>Dùng chung một ngôn ngữ cho cả frontend và backend – JavaScript;</a:t>
            </a:r>
          </a:p>
          <a:p>
            <a:pPr>
              <a:lnSpc>
                <a:spcPct val="150000"/>
              </a:lnSpc>
            </a:pPr>
            <a:r>
              <a:rPr lang="en-US" sz="2400"/>
              <a:t>✅ </a:t>
            </a:r>
            <a:r>
              <a:rPr lang="vi-VN" sz="2400"/>
              <a:t>Hiệu suất cao nhờ cơ chế bất đồng bộ và non-blocking I/O;</a:t>
            </a:r>
          </a:p>
          <a:p>
            <a:pPr>
              <a:lnSpc>
                <a:spcPct val="150000"/>
              </a:lnSpc>
            </a:pPr>
            <a:r>
              <a:rPr lang="en-US" sz="2400"/>
              <a:t>✅ </a:t>
            </a:r>
            <a:r>
              <a:rPr lang="vi-VN" sz="2400"/>
              <a:t>Có hệ sinh thái khổng lồ với hàng trăm ngàn thư viện qua npm;</a:t>
            </a:r>
          </a:p>
          <a:p>
            <a:pPr>
              <a:lnSpc>
                <a:spcPct val="150000"/>
              </a:lnSpc>
            </a:pPr>
            <a:r>
              <a:rPr lang="en-US" sz="2400"/>
              <a:t>✅ </a:t>
            </a:r>
            <a:r>
              <a:rPr lang="vi-VN" sz="2400"/>
              <a:t>Dễ học, dễ triển khai, phù hợp với cả dự án nhỏ và lớn.</a:t>
            </a:r>
            <a:endParaRPr lang="vi-VN" sz="2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565503" y="918348"/>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Cài đặt Node.js</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183005" y="1653540"/>
            <a:ext cx="9243040" cy="114307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Truy cập trang chủ </a:t>
            </a:r>
            <a:r>
              <a:rPr lang="vi-VN" sz="2400">
                <a:latin typeface="Calibri" panose="020F0502020204030204" pitchFamily="34" charset="0"/>
                <a:ea typeface="Calibri" panose="020F0502020204030204" pitchFamily="34" charset="0"/>
                <a:cs typeface="Calibri" panose="020F0502020204030204" pitchFamily="34" charset="0"/>
                <a:hlinkClick r:id="rId4"/>
              </a:rPr>
              <a:t>https://nodejs.org/</a:t>
            </a:r>
            <a:r>
              <a:rPr lang="vi-VN" sz="2400">
                <a:latin typeface="Calibri" panose="020F0502020204030204" pitchFamily="34" charset="0"/>
                <a:ea typeface="Calibri" panose="020F0502020204030204" pitchFamily="34" charset="0"/>
                <a:cs typeface="Calibri" panose="020F0502020204030204" pitchFamily="34" charset="0"/>
              </a:rPr>
              <a:t> </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Tải về và cài đặt phiên bản phù hợp với hệ điều hành</a:t>
            </a:r>
            <a:endParaRPr lang="vi-VN" sz="24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5C6B7D00-71AE-447B-8909-E8CD339A880F}"/>
              </a:ext>
            </a:extLst>
          </p:cNvPr>
          <p:cNvPicPr>
            <a:picLocks noChangeAspect="1"/>
          </p:cNvPicPr>
          <p:nvPr/>
        </p:nvPicPr>
        <p:blipFill>
          <a:blip r:embed="rId5"/>
          <a:stretch>
            <a:fillRect/>
          </a:stretch>
        </p:blipFill>
        <p:spPr>
          <a:xfrm>
            <a:off x="665459" y="2948237"/>
            <a:ext cx="4434442" cy="3381112"/>
          </a:xfrm>
          <a:prstGeom prst="rect">
            <a:avLst/>
          </a:prstGeom>
          <a:ln>
            <a:noFill/>
          </a:ln>
          <a:effectLst>
            <a:outerShdw blurRad="190500" algn="tl" rotWithShape="0">
              <a:srgbClr val="000000">
                <a:alpha val="70000"/>
              </a:srgbClr>
            </a:outerShdw>
          </a:effectLst>
        </p:spPr>
      </p:pic>
      <p:pic>
        <p:nvPicPr>
          <p:cNvPr id="6" name="Picture 5">
            <a:extLst>
              <a:ext uri="{FF2B5EF4-FFF2-40B4-BE49-F238E27FC236}">
                <a16:creationId xmlns:a16="http://schemas.microsoft.com/office/drawing/2014/main" id="{3411FCFF-D9A9-4081-BE17-4C5D75A8A4E2}"/>
              </a:ext>
            </a:extLst>
          </p:cNvPr>
          <p:cNvPicPr>
            <a:picLocks noChangeAspect="1"/>
          </p:cNvPicPr>
          <p:nvPr/>
        </p:nvPicPr>
        <p:blipFill>
          <a:blip r:embed="rId6"/>
          <a:stretch>
            <a:fillRect/>
          </a:stretch>
        </p:blipFill>
        <p:spPr>
          <a:xfrm>
            <a:off x="6610140" y="3321693"/>
            <a:ext cx="4381226" cy="217376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43258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565503" y="918348"/>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Chạy Javascript bằng Node.js</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183005" y="1653540"/>
            <a:ext cx="9243040" cy="114307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Tạo file Javascript và lưu lại với phần mở rộng </a:t>
            </a:r>
            <a:r>
              <a:rPr lang="vi-VN" sz="2400" b="1">
                <a:latin typeface="Calibri" panose="020F0502020204030204" pitchFamily="34" charset="0"/>
                <a:ea typeface="Calibri" panose="020F0502020204030204" pitchFamily="34" charset="0"/>
                <a:cs typeface="Calibri" panose="020F0502020204030204" pitchFamily="34" charset="0"/>
              </a:rPr>
              <a:t>.js</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Chạy file Javascript này trực tiếp bằng </a:t>
            </a:r>
            <a:r>
              <a:rPr lang="vi-VN" sz="2400" b="1">
                <a:latin typeface="Calibri" panose="020F0502020204030204" pitchFamily="34" charset="0"/>
                <a:ea typeface="Calibri" panose="020F0502020204030204" pitchFamily="34" charset="0"/>
                <a:cs typeface="Calibri" panose="020F0502020204030204" pitchFamily="34" charset="0"/>
              </a:rPr>
              <a:t>terminal</a:t>
            </a:r>
            <a:endParaRPr lang="vi-VN" sz="2400" b="1"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76E59DF8-3F28-4FBE-8E88-956248CEDAEE}"/>
              </a:ext>
            </a:extLst>
          </p:cNvPr>
          <p:cNvPicPr>
            <a:picLocks noChangeAspect="1"/>
          </p:cNvPicPr>
          <p:nvPr/>
        </p:nvPicPr>
        <p:blipFill rotWithShape="1">
          <a:blip r:embed="rId4"/>
          <a:srcRect b="21502"/>
          <a:stretch/>
        </p:blipFill>
        <p:spPr>
          <a:xfrm>
            <a:off x="2797554" y="3035814"/>
            <a:ext cx="6596892" cy="3279521"/>
          </a:xfrm>
          <a:prstGeom prst="rect">
            <a:avLst/>
          </a:prstGeom>
        </p:spPr>
      </p:pic>
    </p:spTree>
    <p:extLst>
      <p:ext uri="{BB962C8B-B14F-4D97-AF65-F5344CB8AC3E}">
        <p14:creationId xmlns:p14="http://schemas.microsoft.com/office/powerpoint/2010/main" val="2930759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565503" y="918348"/>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Node modules và npm</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183005" y="1653540"/>
            <a:ext cx="9243040" cy="391305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Node.js có hệ thống </a:t>
            </a:r>
            <a:r>
              <a:rPr lang="vi-VN" sz="2400" b="1">
                <a:latin typeface="Calibri" panose="020F0502020204030204" pitchFamily="34" charset="0"/>
                <a:ea typeface="Calibri" panose="020F0502020204030204" pitchFamily="34" charset="0"/>
                <a:cs typeface="Calibri" panose="020F0502020204030204" pitchFamily="34" charset="0"/>
              </a:rPr>
              <a:t>module</a:t>
            </a:r>
            <a:r>
              <a:rPr lang="vi-VN" sz="2400">
                <a:latin typeface="Calibri" panose="020F0502020204030204" pitchFamily="34" charset="0"/>
                <a:ea typeface="Calibri" panose="020F0502020204030204" pitchFamily="34" charset="0"/>
                <a:cs typeface="Calibri" panose="020F0502020204030204" pitchFamily="34" charset="0"/>
              </a:rPr>
              <a:t> rất mạnh mẽ;</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Module giống như thư viện JavaScript có thể được sử dụng trong ứng dụng Node.js để bao gồm một tập hợp các hàm;</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Tạo module riêng bằng </a:t>
            </a:r>
            <a:r>
              <a:rPr lang="vi-VN" sz="2400" i="1">
                <a:latin typeface="Calibri" panose="020F0502020204030204" pitchFamily="34" charset="0"/>
                <a:ea typeface="Calibri" panose="020F0502020204030204" pitchFamily="34" charset="0"/>
                <a:cs typeface="Calibri" panose="020F0502020204030204" pitchFamily="34" charset="0"/>
              </a:rPr>
              <a:t>module.exports</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Import module bằng </a:t>
            </a:r>
            <a:r>
              <a:rPr lang="vi-VN" sz="2400" i="1">
                <a:latin typeface="Calibri" panose="020F0502020204030204" pitchFamily="34" charset="0"/>
                <a:ea typeface="Calibri" panose="020F0502020204030204" pitchFamily="34" charset="0"/>
                <a:cs typeface="Calibri" panose="020F0502020204030204" pitchFamily="34" charset="0"/>
              </a:rPr>
              <a:t>require()</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Sử dụng hàng ngàn module có sẵn qua npm (</a:t>
            </a:r>
            <a:r>
              <a:rPr lang="vi-VN" sz="2400" i="1">
                <a:latin typeface="Calibri" panose="020F0502020204030204" pitchFamily="34" charset="0"/>
                <a:ea typeface="Calibri" panose="020F0502020204030204" pitchFamily="34" charset="0"/>
                <a:cs typeface="Calibri" panose="020F0502020204030204" pitchFamily="34" charset="0"/>
              </a:rPr>
              <a:t>Node Package Manager</a:t>
            </a:r>
            <a:r>
              <a:rPr lang="vi-VN" sz="2400">
                <a:latin typeface="Calibri" panose="020F0502020204030204" pitchFamily="34" charset="0"/>
                <a:ea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endParaRPr lang="vi-V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4477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565503" y="918348"/>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Node modules và npm</a:t>
            </a:r>
            <a:endParaRPr lang="en-US" altLang="ko-KR" sz="3200" b="1" dirty="0">
              <a:latin typeface="Lato" panose="020F0502020204030203" pitchFamily="34" charset="0"/>
              <a:cs typeface="Lato" panose="020F0502020204030203" pitchFamily="34" charset="0"/>
            </a:endParaRPr>
          </a:p>
        </p:txBody>
      </p:sp>
      <p:pic>
        <p:nvPicPr>
          <p:cNvPr id="3" name="Picture 2">
            <a:extLst>
              <a:ext uri="{FF2B5EF4-FFF2-40B4-BE49-F238E27FC236}">
                <a16:creationId xmlns:a16="http://schemas.microsoft.com/office/drawing/2014/main" id="{8624F990-84B0-4476-8262-BF99A995E3C2}"/>
              </a:ext>
            </a:extLst>
          </p:cNvPr>
          <p:cNvPicPr>
            <a:picLocks noChangeAspect="1"/>
          </p:cNvPicPr>
          <p:nvPr/>
        </p:nvPicPr>
        <p:blipFill>
          <a:blip r:embed="rId4"/>
          <a:stretch>
            <a:fillRect/>
          </a:stretch>
        </p:blipFill>
        <p:spPr>
          <a:xfrm>
            <a:off x="5510714" y="3145419"/>
            <a:ext cx="5867961" cy="1398887"/>
          </a:xfrm>
          <a:prstGeom prst="rect">
            <a:avLst/>
          </a:prstGeom>
        </p:spPr>
      </p:pic>
      <p:pic>
        <p:nvPicPr>
          <p:cNvPr id="9" name="Picture 8">
            <a:extLst>
              <a:ext uri="{FF2B5EF4-FFF2-40B4-BE49-F238E27FC236}">
                <a16:creationId xmlns:a16="http://schemas.microsoft.com/office/drawing/2014/main" id="{281BF4D6-9452-47BF-81E9-8C80BCB63AB0}"/>
              </a:ext>
            </a:extLst>
          </p:cNvPr>
          <p:cNvPicPr>
            <a:picLocks noChangeAspect="1"/>
          </p:cNvPicPr>
          <p:nvPr/>
        </p:nvPicPr>
        <p:blipFill>
          <a:blip r:embed="rId5"/>
          <a:stretch>
            <a:fillRect/>
          </a:stretch>
        </p:blipFill>
        <p:spPr>
          <a:xfrm>
            <a:off x="813325" y="1621256"/>
            <a:ext cx="4455540" cy="4447212"/>
          </a:xfrm>
          <a:prstGeom prst="rect">
            <a:avLst/>
          </a:prstGeom>
        </p:spPr>
      </p:pic>
    </p:spTree>
    <p:extLst>
      <p:ext uri="{BB962C8B-B14F-4D97-AF65-F5344CB8AC3E}">
        <p14:creationId xmlns:p14="http://schemas.microsoft.com/office/powerpoint/2010/main" val="660435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565503" y="918348"/>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Tạo web server cơ bản với http</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183005" y="1653540"/>
            <a:ext cx="9243040" cy="114307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Node.js cho phép chúng ta tạo một web server chỉ với vài dòng mã;</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http là 1 trong những node modules đã giới thiệu;</a:t>
            </a:r>
          </a:p>
        </p:txBody>
      </p:sp>
      <p:pic>
        <p:nvPicPr>
          <p:cNvPr id="3" name="Picture 2">
            <a:extLst>
              <a:ext uri="{FF2B5EF4-FFF2-40B4-BE49-F238E27FC236}">
                <a16:creationId xmlns:a16="http://schemas.microsoft.com/office/drawing/2014/main" id="{CF422471-D5D9-40D3-9408-BC917A2740F6}"/>
              </a:ext>
            </a:extLst>
          </p:cNvPr>
          <p:cNvPicPr>
            <a:picLocks noChangeAspect="1"/>
          </p:cNvPicPr>
          <p:nvPr/>
        </p:nvPicPr>
        <p:blipFill>
          <a:blip r:embed="rId4"/>
          <a:stretch>
            <a:fillRect/>
          </a:stretch>
        </p:blipFill>
        <p:spPr>
          <a:xfrm>
            <a:off x="2624800" y="2948237"/>
            <a:ext cx="6942399" cy="373691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21164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565503" y="918348"/>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Tạo web server cơ bản với http</a:t>
            </a:r>
            <a:endParaRPr lang="en-US" altLang="ko-KR" sz="3200" b="1" dirty="0">
              <a:latin typeface="Lato" panose="020F0502020204030203" pitchFamily="34" charset="0"/>
              <a:cs typeface="Lato" panose="020F0502020204030203" pitchFamily="34" charset="0"/>
            </a:endParaRPr>
          </a:p>
        </p:txBody>
      </p:sp>
      <p:pic>
        <p:nvPicPr>
          <p:cNvPr id="5" name="Picture 4">
            <a:extLst>
              <a:ext uri="{FF2B5EF4-FFF2-40B4-BE49-F238E27FC236}">
                <a16:creationId xmlns:a16="http://schemas.microsoft.com/office/drawing/2014/main" id="{BDCE3B66-C458-4DEB-9817-C849C462AE23}"/>
              </a:ext>
            </a:extLst>
          </p:cNvPr>
          <p:cNvPicPr>
            <a:picLocks noChangeAspect="1"/>
          </p:cNvPicPr>
          <p:nvPr/>
        </p:nvPicPr>
        <p:blipFill>
          <a:blip r:embed="rId4"/>
          <a:stretch>
            <a:fillRect/>
          </a:stretch>
        </p:blipFill>
        <p:spPr>
          <a:xfrm>
            <a:off x="655359" y="2144057"/>
            <a:ext cx="5753100" cy="1476375"/>
          </a:xfrm>
          <a:prstGeom prst="rect">
            <a:avLst/>
          </a:prstGeom>
          <a:ln>
            <a:noFill/>
          </a:ln>
          <a:effectLst>
            <a:outerShdw blurRad="190500" algn="tl" rotWithShape="0">
              <a:srgbClr val="000000">
                <a:alpha val="70000"/>
              </a:srgbClr>
            </a:outerShdw>
          </a:effectLst>
        </p:spPr>
      </p:pic>
      <p:pic>
        <p:nvPicPr>
          <p:cNvPr id="8" name="Picture 7">
            <a:extLst>
              <a:ext uri="{FF2B5EF4-FFF2-40B4-BE49-F238E27FC236}">
                <a16:creationId xmlns:a16="http://schemas.microsoft.com/office/drawing/2014/main" id="{3BDB0486-92E0-4F8A-A55C-9600EED47EF0}"/>
              </a:ext>
            </a:extLst>
          </p:cNvPr>
          <p:cNvPicPr>
            <a:picLocks noChangeAspect="1"/>
          </p:cNvPicPr>
          <p:nvPr/>
        </p:nvPicPr>
        <p:blipFill>
          <a:blip r:embed="rId5"/>
          <a:stretch>
            <a:fillRect/>
          </a:stretch>
        </p:blipFill>
        <p:spPr>
          <a:xfrm>
            <a:off x="3229122" y="3928719"/>
            <a:ext cx="8448675" cy="18097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73478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4" name="TextBox 3"/>
          <p:cNvSpPr txBox="1"/>
          <p:nvPr/>
        </p:nvSpPr>
        <p:spPr>
          <a:xfrm>
            <a:off x="569020" y="2840121"/>
            <a:ext cx="11053960" cy="884858"/>
          </a:xfrm>
          <a:prstGeom prst="rect">
            <a:avLst/>
          </a:prstGeom>
          <a:noFill/>
        </p:spPr>
        <p:txBody>
          <a:bodyPr wrap="square">
            <a:spAutoFit/>
          </a:bodyPr>
          <a:lstStyle/>
          <a:p>
            <a:pPr algn="ctr">
              <a:lnSpc>
                <a:spcPct val="150000"/>
              </a:lnSpc>
            </a:pPr>
            <a:r>
              <a:rPr lang="en-US" altLang="vi-VN" sz="4000" b="1">
                <a:solidFill>
                  <a:srgbClr val="DA2128"/>
                </a:solidFill>
                <a:latin typeface="Lato" panose="020F0502020204030203" pitchFamily="34" charset="0"/>
                <a:ea typeface="Lato" panose="020F0502020204030203" pitchFamily="34" charset="0"/>
                <a:cs typeface="Lato" panose="020F0502020204030203" pitchFamily="34" charset="0"/>
              </a:rPr>
              <a:t>ExpressJS</a:t>
            </a:r>
            <a:endParaRPr lang="en-US" altLang="vi-VN" sz="4000" b="1" dirty="0">
              <a:solidFill>
                <a:srgbClr val="DA2128"/>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618480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Nội dung chính</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423447" y="1776088"/>
            <a:ext cx="8954993" cy="280506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a:t>ExpressJS là gì?</a:t>
            </a:r>
          </a:p>
          <a:p>
            <a:pPr marL="342900" indent="-342900">
              <a:lnSpc>
                <a:spcPct val="150000"/>
              </a:lnSpc>
              <a:buFont typeface="Arial" panose="020B0604020202020204" pitchFamily="34" charset="0"/>
              <a:buChar char="•"/>
            </a:pPr>
            <a:r>
              <a:rPr lang="en-US" sz="2400"/>
              <a:t>Cài đặt ExpressJS</a:t>
            </a:r>
          </a:p>
          <a:p>
            <a:pPr marL="342900" indent="-342900">
              <a:lnSpc>
                <a:spcPct val="150000"/>
              </a:lnSpc>
              <a:buFont typeface="Arial" panose="020B0604020202020204" pitchFamily="34" charset="0"/>
              <a:buChar char="•"/>
            </a:pPr>
            <a:r>
              <a:rPr lang="en-US" sz="2400"/>
              <a:t>Sử dụng ExpressJS với Node.js</a:t>
            </a:r>
          </a:p>
          <a:p>
            <a:pPr marL="342900" indent="-342900">
              <a:lnSpc>
                <a:spcPct val="150000"/>
              </a:lnSpc>
              <a:buFont typeface="Arial" panose="020B0604020202020204" pitchFamily="34" charset="0"/>
              <a:buChar char="•"/>
            </a:pPr>
            <a:r>
              <a:rPr lang="en-US" sz="2400"/>
              <a:t>Ví dụ đơn giản</a:t>
            </a:r>
          </a:p>
          <a:p>
            <a:pPr marL="342900" indent="-342900">
              <a:lnSpc>
                <a:spcPct val="150000"/>
              </a:lnSpc>
              <a:buFont typeface="Arial" panose="020B0604020202020204" pitchFamily="34" charset="0"/>
              <a:buChar char="•"/>
            </a:pPr>
            <a:r>
              <a:rPr lang="en-US" sz="2400"/>
              <a:t>Một số lưu ý khi sử dụng ExpressJS</a:t>
            </a:r>
            <a:endParaRPr lang="en-US" sz="2400" dirty="0"/>
          </a:p>
        </p:txBody>
      </p:sp>
      <p:pic>
        <p:nvPicPr>
          <p:cNvPr id="6" name="Picture 5">
            <a:extLst>
              <a:ext uri="{FF2B5EF4-FFF2-40B4-BE49-F238E27FC236}">
                <a16:creationId xmlns:a16="http://schemas.microsoft.com/office/drawing/2014/main" id="{2ACEDC3B-792E-4E73-B668-2EA2E0290D46}"/>
              </a:ext>
            </a:extLst>
          </p:cNvPr>
          <p:cNvPicPr>
            <a:picLocks noChangeAspect="1"/>
          </p:cNvPicPr>
          <p:nvPr/>
        </p:nvPicPr>
        <p:blipFill>
          <a:blip r:embed="rId4"/>
          <a:stretch>
            <a:fillRect/>
          </a:stretch>
        </p:blipFill>
        <p:spPr>
          <a:xfrm>
            <a:off x="7138471" y="4232635"/>
            <a:ext cx="4307043" cy="1945408"/>
          </a:xfrm>
          <a:prstGeom prst="rect">
            <a:avLst/>
          </a:prstGeom>
        </p:spPr>
      </p:pic>
    </p:spTree>
    <p:extLst>
      <p:ext uri="{BB962C8B-B14F-4D97-AF65-F5344CB8AC3E}">
        <p14:creationId xmlns:p14="http://schemas.microsoft.com/office/powerpoint/2010/main" val="3522812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67BA851-9349-44DC-B537-4A4FE1EE3287}"/>
              </a:ext>
            </a:extLst>
          </p:cNvPr>
          <p:cNvPicPr>
            <a:picLocks noChangeAspect="1"/>
          </p:cNvPicPr>
          <p:nvPr/>
        </p:nvPicPr>
        <p:blipFill>
          <a:blip r:embed="rId3"/>
          <a:stretch>
            <a:fillRect/>
          </a:stretch>
        </p:blipFill>
        <p:spPr>
          <a:xfrm>
            <a:off x="7138471" y="4232635"/>
            <a:ext cx="4307043" cy="1945408"/>
          </a:xfrm>
          <a:prstGeom prst="rect">
            <a:avLst/>
          </a:prstGeom>
        </p:spPr>
      </p:pic>
      <p:pic>
        <p:nvPicPr>
          <p:cNvPr id="77" name="Picture 76" descr="A picture containing drawing&#10;&#10;Description automatically genera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Giới thiệu chung</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423447" y="1776088"/>
            <a:ext cx="8954993" cy="335906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b="1"/>
              <a:t>ExpressJS</a:t>
            </a:r>
            <a:r>
              <a:rPr lang="vi-VN" sz="2400"/>
              <a:t> là một framework được xây dựng trên nền Node.js;</a:t>
            </a:r>
          </a:p>
          <a:p>
            <a:pPr marL="342900" indent="-342900">
              <a:lnSpc>
                <a:spcPct val="150000"/>
              </a:lnSpc>
              <a:buFont typeface="Arial" panose="020B0604020202020204" pitchFamily="34" charset="0"/>
              <a:buChar char="•"/>
            </a:pPr>
            <a:r>
              <a:rPr lang="vi-VN" sz="2400"/>
              <a:t>Giúp đơn giản hóa việc xử lý HTTP </a:t>
            </a:r>
            <a:r>
              <a:rPr lang="vi-VN" sz="2400" i="1"/>
              <a:t>request, routing, middleware</a:t>
            </a:r>
            <a:r>
              <a:rPr lang="vi-VN" sz="2400"/>
              <a:t> và nhiều tác vụ khác trong phát triển web;</a:t>
            </a:r>
          </a:p>
          <a:p>
            <a:pPr marL="342900" indent="-342900">
              <a:lnSpc>
                <a:spcPct val="150000"/>
              </a:lnSpc>
              <a:buFont typeface="Arial" panose="020B0604020202020204" pitchFamily="34" charset="0"/>
              <a:buChar char="•"/>
            </a:pPr>
            <a:r>
              <a:rPr lang="en-US" sz="2400"/>
              <a:t>Expressjs hỗ trợ các </a:t>
            </a:r>
            <a:r>
              <a:rPr lang="en-US" sz="2400" b="1"/>
              <a:t>method HTTP </a:t>
            </a:r>
            <a:r>
              <a:rPr lang="en-US" sz="2400"/>
              <a:t>và midleware tạo ra </a:t>
            </a:r>
            <a:r>
              <a:rPr lang="en-US" sz="2400" b="1"/>
              <a:t>API</a:t>
            </a:r>
            <a:r>
              <a:rPr lang="en-US" sz="2400"/>
              <a:t> vô cùng mạnh mẽ và dễ sử dụng.</a:t>
            </a:r>
            <a:endParaRPr lang="en-US" sz="2400" dirty="0"/>
          </a:p>
        </p:txBody>
      </p:sp>
    </p:spTree>
    <p:extLst>
      <p:ext uri="{BB962C8B-B14F-4D97-AF65-F5344CB8AC3E}">
        <p14:creationId xmlns:p14="http://schemas.microsoft.com/office/powerpoint/2010/main" val="1650060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Giới thiệu chung</a:t>
            </a:r>
            <a:endParaRPr lang="en-US" altLang="ko-KR" sz="3200" b="1" dirty="0">
              <a:latin typeface="Lato" panose="020F0502020204030203" pitchFamily="34" charset="0"/>
              <a:cs typeface="Lato" panose="020F0502020204030203" pitchFamily="34" charset="0"/>
            </a:endParaRPr>
          </a:p>
        </p:txBody>
      </p:sp>
      <p:pic>
        <p:nvPicPr>
          <p:cNvPr id="7170" name="Picture 2" descr="tuyển dụng it">
            <a:extLst>
              <a:ext uri="{FF2B5EF4-FFF2-40B4-BE49-F238E27FC236}">
                <a16:creationId xmlns:a16="http://schemas.microsoft.com/office/drawing/2014/main" id="{B7A4D847-2E45-4CDB-8E45-5776D0EE30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794530"/>
            <a:ext cx="7620000" cy="43624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349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Cài đặt Express</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329179" y="1515165"/>
            <a:ext cx="8954993" cy="169706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Để sử dụng Express, trước tiên các bạn cần đảm bảo đã cài </a:t>
            </a:r>
            <a:r>
              <a:rPr lang="vi-VN" sz="2400" b="1">
                <a:latin typeface="Calibri" panose="020F0502020204030204" pitchFamily="34" charset="0"/>
                <a:ea typeface="Calibri" panose="020F0502020204030204" pitchFamily="34" charset="0"/>
                <a:cs typeface="Calibri" panose="020F0502020204030204" pitchFamily="34" charset="0"/>
              </a:rPr>
              <a:t>Node.js và npm</a:t>
            </a:r>
            <a:r>
              <a:rPr lang="vi-VN" sz="2400">
                <a:latin typeface="Calibri" panose="020F0502020204030204" pitchFamily="34" charset="0"/>
                <a:ea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Khởi tạo dự án có sử dụng ExpressJS</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4144BFAE-52B0-4D9F-B5A3-6EEA64E97EB6}"/>
              </a:ext>
            </a:extLst>
          </p:cNvPr>
          <p:cNvPicPr>
            <a:picLocks noChangeAspect="1"/>
          </p:cNvPicPr>
          <p:nvPr/>
        </p:nvPicPr>
        <p:blipFill>
          <a:blip r:embed="rId4"/>
          <a:stretch>
            <a:fillRect/>
          </a:stretch>
        </p:blipFill>
        <p:spPr>
          <a:xfrm>
            <a:off x="603210" y="3327662"/>
            <a:ext cx="5244416" cy="3102438"/>
          </a:xfrm>
          <a:prstGeom prst="rect">
            <a:avLst/>
          </a:prstGeom>
          <a:ln>
            <a:noFill/>
          </a:ln>
          <a:effectLst>
            <a:outerShdw blurRad="190500" algn="tl" rotWithShape="0">
              <a:srgbClr val="000000">
                <a:alpha val="70000"/>
              </a:srgbClr>
            </a:outerShdw>
          </a:effectLst>
        </p:spPr>
      </p:pic>
      <p:pic>
        <p:nvPicPr>
          <p:cNvPr id="6" name="Picture 5">
            <a:extLst>
              <a:ext uri="{FF2B5EF4-FFF2-40B4-BE49-F238E27FC236}">
                <a16:creationId xmlns:a16="http://schemas.microsoft.com/office/drawing/2014/main" id="{EE5C5A9B-BFDC-47C5-946E-EC42D6E7D01C}"/>
              </a:ext>
            </a:extLst>
          </p:cNvPr>
          <p:cNvPicPr>
            <a:picLocks noChangeAspect="1"/>
          </p:cNvPicPr>
          <p:nvPr/>
        </p:nvPicPr>
        <p:blipFill>
          <a:blip r:embed="rId5"/>
          <a:stretch>
            <a:fillRect/>
          </a:stretch>
        </p:blipFill>
        <p:spPr>
          <a:xfrm>
            <a:off x="6166553" y="3878756"/>
            <a:ext cx="5514975" cy="20002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95667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Cài đặt Express</a:t>
            </a:r>
            <a:endParaRPr lang="en-US" altLang="ko-KR" sz="3200" b="1" dirty="0">
              <a:latin typeface="Lato" panose="020F0502020204030203" pitchFamily="34" charset="0"/>
              <a:cs typeface="Lato" panose="020F0502020204030203" pitchFamily="34" charset="0"/>
            </a:endParaRPr>
          </a:p>
        </p:txBody>
      </p:sp>
      <p:pic>
        <p:nvPicPr>
          <p:cNvPr id="5" name="Picture 4">
            <a:extLst>
              <a:ext uri="{FF2B5EF4-FFF2-40B4-BE49-F238E27FC236}">
                <a16:creationId xmlns:a16="http://schemas.microsoft.com/office/drawing/2014/main" id="{CDA964AF-22D1-44F1-B1D7-83EDEB0C8C62}"/>
              </a:ext>
            </a:extLst>
          </p:cNvPr>
          <p:cNvPicPr>
            <a:picLocks noChangeAspect="1"/>
          </p:cNvPicPr>
          <p:nvPr/>
        </p:nvPicPr>
        <p:blipFill>
          <a:blip r:embed="rId4"/>
          <a:stretch>
            <a:fillRect/>
          </a:stretch>
        </p:blipFill>
        <p:spPr>
          <a:xfrm>
            <a:off x="1986275" y="1912544"/>
            <a:ext cx="8219450" cy="415722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88527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Sử dụng Express với Node.js</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329179" y="1515165"/>
            <a:ext cx="8954993" cy="58907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Tạo file app.js với nội dung</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9BB022BA-93FB-40F2-9546-0438380BFCE9}"/>
              </a:ext>
            </a:extLst>
          </p:cNvPr>
          <p:cNvPicPr>
            <a:picLocks noChangeAspect="1"/>
          </p:cNvPicPr>
          <p:nvPr/>
        </p:nvPicPr>
        <p:blipFill>
          <a:blip r:embed="rId4"/>
          <a:stretch>
            <a:fillRect/>
          </a:stretch>
        </p:blipFill>
        <p:spPr>
          <a:xfrm>
            <a:off x="2491402" y="2422915"/>
            <a:ext cx="7209195" cy="382635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2243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Sử dụng Express với Node.js</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329179" y="1515165"/>
            <a:ext cx="8954993" cy="58907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Chạy file app.js bằng terminal và xem kết quả</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5D87A3C7-18F0-43CF-9F5B-1B6A670BC135}"/>
              </a:ext>
            </a:extLst>
          </p:cNvPr>
          <p:cNvPicPr>
            <a:picLocks noChangeAspect="1"/>
          </p:cNvPicPr>
          <p:nvPr/>
        </p:nvPicPr>
        <p:blipFill>
          <a:blip r:embed="rId4"/>
          <a:stretch>
            <a:fillRect/>
          </a:stretch>
        </p:blipFill>
        <p:spPr>
          <a:xfrm>
            <a:off x="791746" y="2721645"/>
            <a:ext cx="4848225" cy="981075"/>
          </a:xfrm>
          <a:prstGeom prst="rect">
            <a:avLst/>
          </a:prstGeom>
          <a:ln>
            <a:noFill/>
          </a:ln>
          <a:effectLst>
            <a:outerShdw blurRad="190500" algn="tl" rotWithShape="0">
              <a:srgbClr val="000000">
                <a:alpha val="70000"/>
              </a:srgbClr>
            </a:outerShdw>
          </a:effectLst>
        </p:spPr>
      </p:pic>
      <p:pic>
        <p:nvPicPr>
          <p:cNvPr id="6" name="Picture 5">
            <a:extLst>
              <a:ext uri="{FF2B5EF4-FFF2-40B4-BE49-F238E27FC236}">
                <a16:creationId xmlns:a16="http://schemas.microsoft.com/office/drawing/2014/main" id="{DE7B2C17-7D61-4F17-BA94-0ED959BDDB50}"/>
              </a:ext>
            </a:extLst>
          </p:cNvPr>
          <p:cNvPicPr>
            <a:picLocks noChangeAspect="1"/>
          </p:cNvPicPr>
          <p:nvPr/>
        </p:nvPicPr>
        <p:blipFill>
          <a:blip r:embed="rId5"/>
          <a:stretch>
            <a:fillRect/>
          </a:stretch>
        </p:blipFill>
        <p:spPr>
          <a:xfrm>
            <a:off x="5806675" y="3891256"/>
            <a:ext cx="5616892" cy="191533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25249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Ví dụ đơn giản</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329179" y="1515165"/>
            <a:ext cx="8954993" cy="169706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Express</a:t>
            </a:r>
            <a:r>
              <a:rPr lang="vi-VN" sz="2400">
                <a:latin typeface="Calibri" panose="020F0502020204030204" pitchFamily="34" charset="0"/>
                <a:ea typeface="Calibri" panose="020F0502020204030204" pitchFamily="34" charset="0"/>
                <a:cs typeface="Calibri" panose="020F0502020204030204" pitchFamily="34" charset="0"/>
              </a:rPr>
              <a:t> hỗ trợ nhiều phương thức HTTP như </a:t>
            </a:r>
            <a:r>
              <a:rPr lang="vi-VN" sz="2400" i="1">
                <a:latin typeface="Calibri" panose="020F0502020204030204" pitchFamily="34" charset="0"/>
                <a:ea typeface="Calibri" panose="020F0502020204030204" pitchFamily="34" charset="0"/>
                <a:cs typeface="Calibri" panose="020F0502020204030204" pitchFamily="34" charset="0"/>
              </a:rPr>
              <a:t>GET, POST, PUT, DELETE</a:t>
            </a:r>
            <a:r>
              <a:rPr lang="vi-VN" sz="2400">
                <a:latin typeface="Calibri" panose="020F0502020204030204" pitchFamily="34" charset="0"/>
                <a:ea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Ví dụ </a:t>
            </a:r>
            <a:r>
              <a:rPr lang="vi-VN" sz="2400" b="1">
                <a:latin typeface="Calibri" panose="020F0502020204030204" pitchFamily="34" charset="0"/>
                <a:ea typeface="Calibri" panose="020F0502020204030204" pitchFamily="34" charset="0"/>
                <a:cs typeface="Calibri" panose="020F0502020204030204" pitchFamily="34" charset="0"/>
              </a:rPr>
              <a:t>GET</a:t>
            </a:r>
            <a:r>
              <a:rPr lang="vi-VN" sz="2400">
                <a:latin typeface="Calibri" panose="020F0502020204030204" pitchFamily="34" charset="0"/>
                <a:ea typeface="Calibri" panose="020F0502020204030204" pitchFamily="34" charset="0"/>
                <a:cs typeface="Calibri" panose="020F0502020204030204" pitchFamily="34" charset="0"/>
              </a:rPr>
              <a:t>:</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D2281197-569E-49BE-8EE7-A1E5621DCFA2}"/>
              </a:ext>
            </a:extLst>
          </p:cNvPr>
          <p:cNvPicPr>
            <a:picLocks noChangeAspect="1"/>
          </p:cNvPicPr>
          <p:nvPr/>
        </p:nvPicPr>
        <p:blipFill>
          <a:blip r:embed="rId4"/>
          <a:stretch>
            <a:fillRect/>
          </a:stretch>
        </p:blipFill>
        <p:spPr>
          <a:xfrm>
            <a:off x="433241" y="3705967"/>
            <a:ext cx="5492790" cy="1636868"/>
          </a:xfrm>
          <a:prstGeom prst="rect">
            <a:avLst/>
          </a:prstGeom>
          <a:ln>
            <a:no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E991C471-9722-49F3-B20E-8178A40D2063}"/>
              </a:ext>
            </a:extLst>
          </p:cNvPr>
          <p:cNvPicPr>
            <a:picLocks noChangeAspect="1"/>
          </p:cNvPicPr>
          <p:nvPr/>
        </p:nvPicPr>
        <p:blipFill>
          <a:blip r:embed="rId5"/>
          <a:stretch>
            <a:fillRect/>
          </a:stretch>
        </p:blipFill>
        <p:spPr>
          <a:xfrm>
            <a:off x="6391466" y="3108503"/>
            <a:ext cx="5218785" cy="266070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02213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Ví dụ đơn giản</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329179" y="1515165"/>
            <a:ext cx="8954993" cy="225106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Để xử lý </a:t>
            </a:r>
            <a:r>
              <a:rPr lang="vi-VN" sz="2400" b="1">
                <a:latin typeface="Calibri" panose="020F0502020204030204" pitchFamily="34" charset="0"/>
                <a:ea typeface="Calibri" panose="020F0502020204030204" pitchFamily="34" charset="0"/>
                <a:cs typeface="Calibri" panose="020F0502020204030204" pitchFamily="34" charset="0"/>
              </a:rPr>
              <a:t>POST</a:t>
            </a:r>
            <a:r>
              <a:rPr lang="vi-VN" sz="2400">
                <a:latin typeface="Calibri" panose="020F0502020204030204" pitchFamily="34" charset="0"/>
                <a:ea typeface="Calibri" panose="020F0502020204030204" pitchFamily="34" charset="0"/>
                <a:cs typeface="Calibri" panose="020F0502020204030204" pitchFamily="34" charset="0"/>
              </a:rPr>
              <a:t> đơn giản, chúng ta cần thêm </a:t>
            </a:r>
            <a:r>
              <a:rPr lang="vi-VN" sz="2400" b="1">
                <a:latin typeface="Calibri" panose="020F0502020204030204" pitchFamily="34" charset="0"/>
                <a:ea typeface="Calibri" panose="020F0502020204030204" pitchFamily="34" charset="0"/>
                <a:cs typeface="Calibri" panose="020F0502020204030204" pitchFamily="34" charset="0"/>
              </a:rPr>
              <a:t>middleware</a:t>
            </a:r>
            <a:r>
              <a:rPr lang="vi-VN" sz="2400">
                <a:latin typeface="Calibri" panose="020F0502020204030204" pitchFamily="34" charset="0"/>
                <a:ea typeface="Calibri" panose="020F0502020204030204" pitchFamily="34" charset="0"/>
                <a:cs typeface="Calibri" panose="020F0502020204030204" pitchFamily="34" charset="0"/>
              </a:rPr>
              <a:t> để đọc dữ liệu từ body dưới dạng JSON;</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Khi gửi dữ liệu từ client (ví dụ qua </a:t>
            </a:r>
            <a:r>
              <a:rPr lang="vi-VN" sz="2400" i="1">
                <a:latin typeface="Calibri" panose="020F0502020204030204" pitchFamily="34" charset="0"/>
                <a:ea typeface="Calibri" panose="020F0502020204030204" pitchFamily="34" charset="0"/>
                <a:cs typeface="Calibri" panose="020F0502020204030204" pitchFamily="34" charset="0"/>
              </a:rPr>
              <a:t>Postman hoặc form</a:t>
            </a:r>
            <a:r>
              <a:rPr lang="vi-VN" sz="2400">
                <a:latin typeface="Calibri" panose="020F0502020204030204" pitchFamily="34" charset="0"/>
                <a:ea typeface="Calibri" panose="020F0502020204030204" pitchFamily="34" charset="0"/>
                <a:cs typeface="Calibri" panose="020F0502020204030204" pitchFamily="34" charset="0"/>
              </a:rPr>
              <a:t>), Express sẽ đọc và xử lý nội dung đó.</a:t>
            </a:r>
          </a:p>
        </p:txBody>
      </p:sp>
      <p:pic>
        <p:nvPicPr>
          <p:cNvPr id="8" name="Picture 7">
            <a:extLst>
              <a:ext uri="{FF2B5EF4-FFF2-40B4-BE49-F238E27FC236}">
                <a16:creationId xmlns:a16="http://schemas.microsoft.com/office/drawing/2014/main" id="{827E2306-96AB-4597-8B60-F0F259E76718}"/>
              </a:ext>
            </a:extLst>
          </p:cNvPr>
          <p:cNvPicPr>
            <a:picLocks noChangeAspect="1"/>
          </p:cNvPicPr>
          <p:nvPr/>
        </p:nvPicPr>
        <p:blipFill>
          <a:blip r:embed="rId4"/>
          <a:stretch>
            <a:fillRect/>
          </a:stretch>
        </p:blipFill>
        <p:spPr>
          <a:xfrm>
            <a:off x="3123794" y="3927350"/>
            <a:ext cx="5944411" cy="261896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22401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Ví dụ đơn giản</a:t>
            </a:r>
            <a:endParaRPr lang="en-US" altLang="ko-KR" sz="3200" b="1" dirty="0">
              <a:latin typeface="Lato" panose="020F0502020204030203" pitchFamily="34" charset="0"/>
              <a:cs typeface="Lato" panose="020F0502020204030203" pitchFamily="34" charset="0"/>
            </a:endParaRPr>
          </a:p>
        </p:txBody>
      </p:sp>
      <p:pic>
        <p:nvPicPr>
          <p:cNvPr id="5" name="Picture 4">
            <a:extLst>
              <a:ext uri="{FF2B5EF4-FFF2-40B4-BE49-F238E27FC236}">
                <a16:creationId xmlns:a16="http://schemas.microsoft.com/office/drawing/2014/main" id="{D97A3862-7E25-4A5E-857F-A81B9936243D}"/>
              </a:ext>
            </a:extLst>
          </p:cNvPr>
          <p:cNvPicPr>
            <a:picLocks noChangeAspect="1"/>
          </p:cNvPicPr>
          <p:nvPr/>
        </p:nvPicPr>
        <p:blipFill>
          <a:blip r:embed="rId4"/>
          <a:stretch>
            <a:fillRect/>
          </a:stretch>
        </p:blipFill>
        <p:spPr>
          <a:xfrm>
            <a:off x="1486572" y="1610887"/>
            <a:ext cx="9218856" cy="44766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02848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Một số lưu ý</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329179" y="1515165"/>
            <a:ext cx="8954993" cy="225106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Express hỗ trợ </a:t>
            </a:r>
            <a:r>
              <a:rPr lang="vi-VN" sz="2400" b="1">
                <a:latin typeface="Calibri" panose="020F0502020204030204" pitchFamily="34" charset="0"/>
                <a:ea typeface="Calibri" panose="020F0502020204030204" pitchFamily="34" charset="0"/>
                <a:cs typeface="Calibri" panose="020F0502020204030204" pitchFamily="34" charset="0"/>
              </a:rPr>
              <a:t>middleware</a:t>
            </a:r>
            <a:r>
              <a:rPr lang="vi-VN" sz="2400">
                <a:latin typeface="Calibri" panose="020F0502020204030204" pitchFamily="34" charset="0"/>
                <a:ea typeface="Calibri" panose="020F0502020204030204" pitchFamily="34" charset="0"/>
                <a:cs typeface="Calibri" panose="020F0502020204030204" pitchFamily="34" charset="0"/>
              </a:rPr>
              <a:t> – cho phép xử lý dữ liệu giữa các bước;</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Có thể kết hợp với các thư viện, hệ quản trị cơ sở dữ liệu như </a:t>
            </a:r>
            <a:r>
              <a:rPr lang="vi-VN" sz="2400" b="1">
                <a:latin typeface="Calibri" panose="020F0502020204030204" pitchFamily="34" charset="0"/>
                <a:ea typeface="Calibri" panose="020F0502020204030204" pitchFamily="34" charset="0"/>
                <a:cs typeface="Calibri" panose="020F0502020204030204" pitchFamily="34" charset="0"/>
              </a:rPr>
              <a:t>MongoDB, MySQL... </a:t>
            </a:r>
            <a:r>
              <a:rPr lang="vi-VN" sz="2400">
                <a:latin typeface="Calibri" panose="020F0502020204030204" pitchFamily="34" charset="0"/>
                <a:ea typeface="Calibri" panose="020F0502020204030204" pitchFamily="34" charset="0"/>
                <a:cs typeface="Calibri" panose="020F0502020204030204" pitchFamily="34" charset="0"/>
              </a:rPr>
              <a:t>để xây dựng API hoàn chỉnh;</a:t>
            </a:r>
          </a:p>
          <a:p>
            <a:pPr marL="342900" indent="-342900">
              <a:lnSpc>
                <a:spcPct val="150000"/>
              </a:lnSpc>
              <a:buFont typeface="Arial" panose="020B0604020202020204" pitchFamily="34" charset="0"/>
              <a:buChar char="•"/>
            </a:pPr>
            <a:r>
              <a:rPr lang="vi-VN" sz="2400">
                <a:latin typeface="Calibri" panose="020F0502020204030204" pitchFamily="34" charset="0"/>
                <a:ea typeface="Calibri" panose="020F0502020204030204" pitchFamily="34" charset="0"/>
                <a:cs typeface="Calibri" panose="020F0502020204030204" pitchFamily="34" charset="0"/>
              </a:rPr>
              <a:t>Dễ dàng mở rộng với các router riêng biệt cho từng chức năng.</a:t>
            </a:r>
          </a:p>
        </p:txBody>
      </p:sp>
    </p:spTree>
    <p:extLst>
      <p:ext uri="{BB962C8B-B14F-4D97-AF65-F5344CB8AC3E}">
        <p14:creationId xmlns:p14="http://schemas.microsoft.com/office/powerpoint/2010/main" val="112186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4" name="TextBox 3"/>
          <p:cNvSpPr txBox="1"/>
          <p:nvPr/>
        </p:nvSpPr>
        <p:spPr>
          <a:xfrm>
            <a:off x="569020" y="2840121"/>
            <a:ext cx="11053960" cy="884858"/>
          </a:xfrm>
          <a:prstGeom prst="rect">
            <a:avLst/>
          </a:prstGeom>
          <a:noFill/>
        </p:spPr>
        <p:txBody>
          <a:bodyPr wrap="square">
            <a:spAutoFit/>
          </a:bodyPr>
          <a:lstStyle/>
          <a:p>
            <a:pPr algn="ctr">
              <a:lnSpc>
                <a:spcPct val="150000"/>
              </a:lnSpc>
            </a:pPr>
            <a:r>
              <a:rPr lang="en-US" altLang="vi-VN" sz="4000" b="1">
                <a:solidFill>
                  <a:srgbClr val="DA2128"/>
                </a:solidFill>
                <a:latin typeface="Lato" panose="020F0502020204030203" pitchFamily="34" charset="0"/>
                <a:ea typeface="Lato" panose="020F0502020204030203" pitchFamily="34" charset="0"/>
                <a:cs typeface="Lato" panose="020F0502020204030203" pitchFamily="34" charset="0"/>
              </a:rPr>
              <a:t>RESTful API</a:t>
            </a:r>
            <a:endParaRPr lang="en-US" altLang="vi-VN" sz="4000" b="1" dirty="0">
              <a:solidFill>
                <a:srgbClr val="DA2128"/>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775053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Nội dung chính</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423447" y="1776088"/>
            <a:ext cx="8954993" cy="280506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a:t>RESTfull API là gì?</a:t>
            </a:r>
          </a:p>
          <a:p>
            <a:pPr marL="342900" indent="-342900">
              <a:lnSpc>
                <a:spcPct val="150000"/>
              </a:lnSpc>
              <a:buFont typeface="Arial" panose="020B0604020202020204" pitchFamily="34" charset="0"/>
              <a:buChar char="•"/>
            </a:pPr>
            <a:r>
              <a:rPr lang="en-US" sz="2400"/>
              <a:t>Khả năng vận dụng</a:t>
            </a:r>
          </a:p>
          <a:p>
            <a:pPr marL="342900" indent="-342900">
              <a:lnSpc>
                <a:spcPct val="150000"/>
              </a:lnSpc>
              <a:buFont typeface="Arial" panose="020B0604020202020204" pitchFamily="34" charset="0"/>
              <a:buChar char="•"/>
            </a:pPr>
            <a:r>
              <a:rPr lang="en-US" sz="2400"/>
              <a:t>Phân loại theo phương thức HTTP</a:t>
            </a:r>
          </a:p>
          <a:p>
            <a:pPr marL="342900" indent="-342900">
              <a:lnSpc>
                <a:spcPct val="150000"/>
              </a:lnSpc>
              <a:buFont typeface="Arial" panose="020B0604020202020204" pitchFamily="34" charset="0"/>
              <a:buChar char="•"/>
            </a:pPr>
            <a:r>
              <a:rPr lang="en-US" sz="2400"/>
              <a:t>Lợi ích của tách biệt frontend - backend</a:t>
            </a:r>
          </a:p>
          <a:p>
            <a:pPr marL="342900" indent="-342900">
              <a:lnSpc>
                <a:spcPct val="150000"/>
              </a:lnSpc>
              <a:buFont typeface="Arial" panose="020B0604020202020204" pitchFamily="34" charset="0"/>
              <a:buChar char="•"/>
            </a:pPr>
            <a:r>
              <a:rPr lang="en-US" sz="2400"/>
              <a:t>Ví dụ đơn giản</a:t>
            </a:r>
            <a:endParaRPr lang="en-US" sz="2400" dirty="0"/>
          </a:p>
        </p:txBody>
      </p:sp>
      <p:pic>
        <p:nvPicPr>
          <p:cNvPr id="10242" name="Picture 2" descr="What Is a REST API? Examples, Uses &amp; Challenges | Postman Blog">
            <a:extLst>
              <a:ext uri="{FF2B5EF4-FFF2-40B4-BE49-F238E27FC236}">
                <a16:creationId xmlns:a16="http://schemas.microsoft.com/office/drawing/2014/main" id="{99683D09-D101-40DF-BE9A-30DEE7B1B9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6699" y="3527680"/>
            <a:ext cx="4487144" cy="237503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1782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Giới thiệu chung</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423447" y="1776088"/>
            <a:ext cx="8954993" cy="391068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a:t>REST là viết tắt của </a:t>
            </a:r>
            <a:r>
              <a:rPr lang="en-US" sz="2400" b="1"/>
              <a:t>Representational State Transfer </a:t>
            </a:r>
            <a:r>
              <a:rPr lang="en-US" sz="2400"/>
              <a:t>– một phong cách thiết kế kiến trúc cho các dịch vụ web;</a:t>
            </a:r>
          </a:p>
          <a:p>
            <a:pPr marL="342900" indent="-342900">
              <a:lnSpc>
                <a:spcPct val="150000"/>
              </a:lnSpc>
              <a:buFont typeface="Arial" panose="020B0604020202020204" pitchFamily="34" charset="0"/>
              <a:buChar char="•"/>
            </a:pPr>
            <a:r>
              <a:rPr lang="en-US" sz="2400"/>
              <a:t>RESTful API là một </a:t>
            </a:r>
            <a:r>
              <a:rPr lang="en-US" sz="2400" b="1"/>
              <a:t>giao diện lập trình ứng dụng </a:t>
            </a:r>
            <a:r>
              <a:rPr lang="en-US" sz="2400"/>
              <a:t>tuân theo các nguyên tắc của REST, cho phép frontend và backend trao đổi dữ liệu thông qua giao thức HTTP;</a:t>
            </a:r>
          </a:p>
          <a:p>
            <a:pPr marL="342900" indent="-342900">
              <a:lnSpc>
                <a:spcPct val="150000"/>
              </a:lnSpc>
              <a:buFont typeface="Arial" panose="020B0604020202020204" pitchFamily="34" charset="0"/>
              <a:buChar char="•"/>
            </a:pPr>
            <a:r>
              <a:rPr lang="vi-VN" sz="2400"/>
              <a:t>RESTful API là “</a:t>
            </a:r>
            <a:r>
              <a:rPr lang="vi-VN" sz="2400" b="1"/>
              <a:t>cầu nối</a:t>
            </a:r>
            <a:r>
              <a:rPr lang="vi-VN" sz="2400"/>
              <a:t>” giữa giao diện người dùng và dữ liệu phía server</a:t>
            </a:r>
            <a:endParaRPr lang="en-US" sz="2400" dirty="0"/>
          </a:p>
        </p:txBody>
      </p:sp>
    </p:spTree>
    <p:extLst>
      <p:ext uri="{BB962C8B-B14F-4D97-AF65-F5344CB8AC3E}">
        <p14:creationId xmlns:p14="http://schemas.microsoft.com/office/powerpoint/2010/main" val="231054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Giới thiệu chung</a:t>
            </a:r>
            <a:endParaRPr lang="en-US" altLang="ko-KR" sz="3200" b="1" dirty="0">
              <a:latin typeface="Lato" panose="020F0502020204030203" pitchFamily="34" charset="0"/>
              <a:cs typeface="Lato" panose="020F0502020204030203" pitchFamily="34" charset="0"/>
            </a:endParaRPr>
          </a:p>
        </p:txBody>
      </p:sp>
      <p:pic>
        <p:nvPicPr>
          <p:cNvPr id="20482" name="Picture 2" descr="31 API Memes for Developers">
            <a:extLst>
              <a:ext uri="{FF2B5EF4-FFF2-40B4-BE49-F238E27FC236}">
                <a16:creationId xmlns:a16="http://schemas.microsoft.com/office/drawing/2014/main" id="{3B57A9B4-AA28-4CE7-83CF-ECF0BBC54C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6554" y="1649691"/>
            <a:ext cx="4498892" cy="440308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7463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Khả năng vận dụng</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423447" y="1776088"/>
            <a:ext cx="9841584" cy="2805063"/>
          </a:xfrm>
          <a:prstGeom prst="rect">
            <a:avLst/>
          </a:prstGeom>
          <a:noFill/>
        </p:spPr>
        <p:txBody>
          <a:bodyPr wrap="square">
            <a:spAutoFit/>
          </a:bodyPr>
          <a:lstStyle/>
          <a:p>
            <a:pPr>
              <a:lnSpc>
                <a:spcPct val="150000"/>
              </a:lnSpc>
            </a:pPr>
            <a:r>
              <a:rPr lang="vi-VN" sz="2400">
                <a:latin typeface="Calibri" panose="020F0502020204030204" pitchFamily="34" charset="0"/>
                <a:ea typeface="Calibri" panose="020F0502020204030204" pitchFamily="34" charset="0"/>
                <a:cs typeface="Calibri" panose="020F0502020204030204" pitchFamily="34" charset="0"/>
              </a:rPr>
              <a:t>RESTful API được sử dụng rộng rãi trong:</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Ứng dụng web</a:t>
            </a:r>
            <a:r>
              <a:rPr lang="vi-VN" sz="2400">
                <a:latin typeface="Calibri" panose="020F0502020204030204" pitchFamily="34" charset="0"/>
                <a:ea typeface="Calibri" panose="020F0502020204030204" pitchFamily="34" charset="0"/>
                <a:cs typeface="Calibri" panose="020F0502020204030204" pitchFamily="34" charset="0"/>
              </a:rPr>
              <a:t>: frontend gọi API để lấy dữ liệu từ server</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Ứng dụng di động</a:t>
            </a:r>
            <a:r>
              <a:rPr lang="vi-VN" sz="2400">
                <a:latin typeface="Calibri" panose="020F0502020204030204" pitchFamily="34" charset="0"/>
                <a:ea typeface="Calibri" panose="020F0502020204030204" pitchFamily="34" charset="0"/>
                <a:cs typeface="Calibri" panose="020F0502020204030204" pitchFamily="34" charset="0"/>
              </a:rPr>
              <a:t>: app gọi API để đồng bộ dữ liệu</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Hệ thống microservices</a:t>
            </a:r>
            <a:r>
              <a:rPr lang="vi-VN" sz="2400">
                <a:latin typeface="Calibri" panose="020F0502020204030204" pitchFamily="34" charset="0"/>
                <a:ea typeface="Calibri" panose="020F0502020204030204" pitchFamily="34" charset="0"/>
                <a:cs typeface="Calibri" panose="020F0502020204030204" pitchFamily="34" charset="0"/>
              </a:rPr>
              <a:t>: các dịch vụ nhỏ giao tiếp qua API</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Tích hợp bên thứ ba</a:t>
            </a:r>
            <a:r>
              <a:rPr lang="vi-VN" sz="2400">
                <a:latin typeface="Calibri" panose="020F0502020204030204" pitchFamily="34" charset="0"/>
                <a:ea typeface="Calibri" panose="020F0502020204030204" pitchFamily="34" charset="0"/>
                <a:cs typeface="Calibri" panose="020F0502020204030204" pitchFamily="34" charset="0"/>
              </a:rPr>
              <a:t>: ví dụ như gọi API của Google Maps, Facebook, Zalo…</a:t>
            </a:r>
          </a:p>
        </p:txBody>
      </p:sp>
    </p:spTree>
    <p:extLst>
      <p:ext uri="{BB962C8B-B14F-4D97-AF65-F5344CB8AC3E}">
        <p14:creationId xmlns:p14="http://schemas.microsoft.com/office/powerpoint/2010/main" val="316171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Phân loại theo phương thức HTTP</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423447" y="1776088"/>
            <a:ext cx="9841584" cy="2805063"/>
          </a:xfrm>
          <a:prstGeom prst="rect">
            <a:avLst/>
          </a:prstGeom>
          <a:noFill/>
        </p:spPr>
        <p:txBody>
          <a:bodyPr wrap="square">
            <a:spAutoFit/>
          </a:bodyPr>
          <a:lstStyle/>
          <a:p>
            <a:pPr>
              <a:lnSpc>
                <a:spcPct val="150000"/>
              </a:lnSpc>
            </a:pPr>
            <a:r>
              <a:rPr lang="vi-VN" sz="2400">
                <a:latin typeface="Calibri" panose="020F0502020204030204" pitchFamily="34" charset="0"/>
                <a:ea typeface="Calibri" panose="020F0502020204030204" pitchFamily="34" charset="0"/>
                <a:cs typeface="Calibri" panose="020F0502020204030204" pitchFamily="34" charset="0"/>
              </a:rPr>
              <a:t>RESTful API thường sử dụng các phương thức HTTP sau:</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GET</a:t>
            </a:r>
            <a:r>
              <a:rPr lang="vi-VN" sz="2400">
                <a:latin typeface="Calibri" panose="020F0502020204030204" pitchFamily="34" charset="0"/>
                <a:ea typeface="Calibri" panose="020F0502020204030204" pitchFamily="34" charset="0"/>
                <a:cs typeface="Calibri" panose="020F0502020204030204" pitchFamily="34" charset="0"/>
              </a:rPr>
              <a:t>: lấy dữ liệu</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POST</a:t>
            </a:r>
            <a:r>
              <a:rPr lang="vi-VN" sz="2400">
                <a:latin typeface="Calibri" panose="020F0502020204030204" pitchFamily="34" charset="0"/>
                <a:ea typeface="Calibri" panose="020F0502020204030204" pitchFamily="34" charset="0"/>
                <a:cs typeface="Calibri" panose="020F0502020204030204" pitchFamily="34" charset="0"/>
              </a:rPr>
              <a:t>: tạo mới dữ liệu</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PUT</a:t>
            </a:r>
            <a:r>
              <a:rPr lang="vi-VN" sz="2400">
                <a:latin typeface="Calibri" panose="020F0502020204030204" pitchFamily="34" charset="0"/>
                <a:ea typeface="Calibri" panose="020F0502020204030204" pitchFamily="34" charset="0"/>
                <a:cs typeface="Calibri" panose="020F0502020204030204" pitchFamily="34" charset="0"/>
              </a:rPr>
              <a:t>: cập nhật dữ liệu</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DELETE</a:t>
            </a:r>
            <a:r>
              <a:rPr lang="vi-VN" sz="2400">
                <a:latin typeface="Calibri" panose="020F0502020204030204" pitchFamily="34" charset="0"/>
                <a:ea typeface="Calibri" panose="020F0502020204030204" pitchFamily="34" charset="0"/>
                <a:cs typeface="Calibri" panose="020F0502020204030204" pitchFamily="34" charset="0"/>
              </a:rPr>
              <a:t>: xóa dữ liệu</a:t>
            </a:r>
          </a:p>
        </p:txBody>
      </p:sp>
    </p:spTree>
    <p:extLst>
      <p:ext uri="{BB962C8B-B14F-4D97-AF65-F5344CB8AC3E}">
        <p14:creationId xmlns:p14="http://schemas.microsoft.com/office/powerpoint/2010/main" val="107728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Phân loại theo phương thức HTTP</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423447" y="1776088"/>
            <a:ext cx="9841584" cy="2805063"/>
          </a:xfrm>
          <a:prstGeom prst="rect">
            <a:avLst/>
          </a:prstGeom>
          <a:noFill/>
        </p:spPr>
        <p:txBody>
          <a:bodyPr wrap="square">
            <a:spAutoFit/>
          </a:bodyPr>
          <a:lstStyle/>
          <a:p>
            <a:pPr>
              <a:lnSpc>
                <a:spcPct val="150000"/>
              </a:lnSpc>
            </a:pPr>
            <a:r>
              <a:rPr lang="vi-VN" sz="2400">
                <a:latin typeface="Calibri" panose="020F0502020204030204" pitchFamily="34" charset="0"/>
                <a:ea typeface="Calibri" panose="020F0502020204030204" pitchFamily="34" charset="0"/>
                <a:cs typeface="Calibri" panose="020F0502020204030204" pitchFamily="34" charset="0"/>
              </a:rPr>
              <a:t>Ví dụ:</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GET</a:t>
            </a:r>
            <a:r>
              <a:rPr lang="vi-VN" sz="2400">
                <a:latin typeface="Calibri" panose="020F0502020204030204" pitchFamily="34" charset="0"/>
                <a:ea typeface="Calibri" panose="020F0502020204030204" pitchFamily="34" charset="0"/>
                <a:cs typeface="Calibri" panose="020F0502020204030204" pitchFamily="34" charset="0"/>
              </a:rPr>
              <a:t> </a:t>
            </a:r>
            <a:r>
              <a:rPr lang="vi-VN" sz="2400" i="1">
                <a:latin typeface="Calibri" panose="020F0502020204030204" pitchFamily="34" charset="0"/>
                <a:ea typeface="Calibri" panose="020F0502020204030204" pitchFamily="34" charset="0"/>
                <a:cs typeface="Calibri" panose="020F0502020204030204" pitchFamily="34" charset="0"/>
              </a:rPr>
              <a:t>/sinhvien</a:t>
            </a:r>
            <a:r>
              <a:rPr lang="vi-VN" sz="2400">
                <a:latin typeface="Calibri" panose="020F0502020204030204" pitchFamily="34" charset="0"/>
                <a:ea typeface="Calibri" panose="020F0502020204030204" pitchFamily="34" charset="0"/>
                <a:cs typeface="Calibri" panose="020F0502020204030204" pitchFamily="34" charset="0"/>
              </a:rPr>
              <a:t>: lấy danh sách sinh viên</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POST</a:t>
            </a:r>
            <a:r>
              <a:rPr lang="vi-VN" sz="2400">
                <a:latin typeface="Calibri" panose="020F0502020204030204" pitchFamily="34" charset="0"/>
                <a:ea typeface="Calibri" panose="020F0502020204030204" pitchFamily="34" charset="0"/>
                <a:cs typeface="Calibri" panose="020F0502020204030204" pitchFamily="34" charset="0"/>
              </a:rPr>
              <a:t> </a:t>
            </a:r>
            <a:r>
              <a:rPr lang="vi-VN" sz="2400" i="1">
                <a:latin typeface="Calibri" panose="020F0502020204030204" pitchFamily="34" charset="0"/>
                <a:ea typeface="Calibri" panose="020F0502020204030204" pitchFamily="34" charset="0"/>
                <a:cs typeface="Calibri" panose="020F0502020204030204" pitchFamily="34" charset="0"/>
              </a:rPr>
              <a:t>/sinhvien</a:t>
            </a:r>
            <a:r>
              <a:rPr lang="vi-VN" sz="2400">
                <a:latin typeface="Calibri" panose="020F0502020204030204" pitchFamily="34" charset="0"/>
                <a:ea typeface="Calibri" panose="020F0502020204030204" pitchFamily="34" charset="0"/>
                <a:cs typeface="Calibri" panose="020F0502020204030204" pitchFamily="34" charset="0"/>
              </a:rPr>
              <a:t>: thêm sinh viên mới</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PUT</a:t>
            </a:r>
            <a:r>
              <a:rPr lang="vi-VN" sz="2400">
                <a:latin typeface="Calibri" panose="020F0502020204030204" pitchFamily="34" charset="0"/>
                <a:ea typeface="Calibri" panose="020F0502020204030204" pitchFamily="34" charset="0"/>
                <a:cs typeface="Calibri" panose="020F0502020204030204" pitchFamily="34" charset="0"/>
              </a:rPr>
              <a:t> </a:t>
            </a:r>
            <a:r>
              <a:rPr lang="vi-VN" sz="2400" i="1">
                <a:latin typeface="Calibri" panose="020F0502020204030204" pitchFamily="34" charset="0"/>
                <a:ea typeface="Calibri" panose="020F0502020204030204" pitchFamily="34" charset="0"/>
                <a:cs typeface="Calibri" panose="020F0502020204030204" pitchFamily="34" charset="0"/>
              </a:rPr>
              <a:t>/sinhvien/1</a:t>
            </a:r>
            <a:r>
              <a:rPr lang="vi-VN" sz="2400">
                <a:latin typeface="Calibri" panose="020F0502020204030204" pitchFamily="34" charset="0"/>
                <a:ea typeface="Calibri" panose="020F0502020204030204" pitchFamily="34" charset="0"/>
                <a:cs typeface="Calibri" panose="020F0502020204030204" pitchFamily="34" charset="0"/>
              </a:rPr>
              <a:t>: cập nhật sinh viên có ID = 1</a:t>
            </a:r>
          </a:p>
          <a:p>
            <a:pPr marL="342900" indent="-342900">
              <a:lnSpc>
                <a:spcPct val="150000"/>
              </a:lnSpc>
              <a:buFont typeface="Arial" panose="020B0604020202020204" pitchFamily="34" charset="0"/>
              <a:buChar char="•"/>
            </a:pPr>
            <a:r>
              <a:rPr lang="vi-VN" sz="2400" b="1">
                <a:latin typeface="Calibri" panose="020F0502020204030204" pitchFamily="34" charset="0"/>
                <a:ea typeface="Calibri" panose="020F0502020204030204" pitchFamily="34" charset="0"/>
                <a:cs typeface="Calibri" panose="020F0502020204030204" pitchFamily="34" charset="0"/>
              </a:rPr>
              <a:t>DELETE</a:t>
            </a:r>
            <a:r>
              <a:rPr lang="vi-VN" sz="2400">
                <a:latin typeface="Calibri" panose="020F0502020204030204" pitchFamily="34" charset="0"/>
                <a:ea typeface="Calibri" panose="020F0502020204030204" pitchFamily="34" charset="0"/>
                <a:cs typeface="Calibri" panose="020F0502020204030204" pitchFamily="34" charset="0"/>
              </a:rPr>
              <a:t> </a:t>
            </a:r>
            <a:r>
              <a:rPr lang="vi-VN" sz="2400" i="1">
                <a:latin typeface="Calibri" panose="020F0502020204030204" pitchFamily="34" charset="0"/>
                <a:ea typeface="Calibri" panose="020F0502020204030204" pitchFamily="34" charset="0"/>
                <a:cs typeface="Calibri" panose="020F0502020204030204" pitchFamily="34" charset="0"/>
              </a:rPr>
              <a:t>/sinhvien/1</a:t>
            </a:r>
            <a:r>
              <a:rPr lang="vi-VN" sz="2400">
                <a:latin typeface="Calibri" panose="020F0502020204030204" pitchFamily="34" charset="0"/>
                <a:ea typeface="Calibri" panose="020F0502020204030204" pitchFamily="34" charset="0"/>
                <a:cs typeface="Calibri" panose="020F0502020204030204" pitchFamily="34" charset="0"/>
              </a:rPr>
              <a:t>: xóa sinh viên có ID = 1</a:t>
            </a:r>
          </a:p>
        </p:txBody>
      </p:sp>
    </p:spTree>
    <p:extLst>
      <p:ext uri="{BB962C8B-B14F-4D97-AF65-F5344CB8AC3E}">
        <p14:creationId xmlns:p14="http://schemas.microsoft.com/office/powerpoint/2010/main" val="3836208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Lợi ích của tách biệt FE - BE</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423447" y="1776088"/>
            <a:ext cx="8832916" cy="3910622"/>
          </a:xfrm>
          <a:prstGeom prst="rect">
            <a:avLst/>
          </a:prstGeom>
          <a:noFill/>
        </p:spPr>
        <p:txBody>
          <a:bodyPr wrap="square">
            <a:spAutoFit/>
          </a:bodyPr>
          <a:lstStyle/>
          <a:p>
            <a:pPr>
              <a:lnSpc>
                <a:spcPct val="150000"/>
              </a:lnSpc>
            </a:pPr>
            <a:r>
              <a:rPr lang="vi-VN" sz="2400">
                <a:latin typeface="Calibri" panose="020F0502020204030204" pitchFamily="34" charset="0"/>
                <a:ea typeface="Calibri" panose="020F0502020204030204" pitchFamily="34" charset="0"/>
                <a:cs typeface="Calibri" panose="020F0502020204030204" pitchFamily="34" charset="0"/>
              </a:rPr>
              <a:t>✅ </a:t>
            </a:r>
            <a:r>
              <a:rPr lang="vi-VN" sz="2400" b="1">
                <a:latin typeface="Calibri" panose="020F0502020204030204" pitchFamily="34" charset="0"/>
                <a:ea typeface="Calibri" panose="020F0502020204030204" pitchFamily="34" charset="0"/>
                <a:cs typeface="Calibri" panose="020F0502020204030204" pitchFamily="34" charset="0"/>
              </a:rPr>
              <a:t>Dễ phát triển song song</a:t>
            </a:r>
            <a:r>
              <a:rPr lang="vi-VN" sz="2400">
                <a:latin typeface="Calibri" panose="020F0502020204030204" pitchFamily="34" charset="0"/>
                <a:ea typeface="Calibri" panose="020F0502020204030204" pitchFamily="34" charset="0"/>
                <a:cs typeface="Calibri" panose="020F0502020204030204" pitchFamily="34" charset="0"/>
              </a:rPr>
              <a:t>: nhóm giao diện và nhóm backend có thể làm việc độc lập;</a:t>
            </a:r>
          </a:p>
          <a:p>
            <a:pPr>
              <a:lnSpc>
                <a:spcPct val="150000"/>
              </a:lnSpc>
            </a:pPr>
            <a:r>
              <a:rPr lang="vi-VN" sz="2400">
                <a:latin typeface="Calibri" panose="020F0502020204030204" pitchFamily="34" charset="0"/>
                <a:ea typeface="Calibri" panose="020F0502020204030204" pitchFamily="34" charset="0"/>
                <a:cs typeface="Calibri" panose="020F0502020204030204" pitchFamily="34" charset="0"/>
              </a:rPr>
              <a:t>✅ </a:t>
            </a:r>
            <a:r>
              <a:rPr lang="vi-VN" sz="2400" b="1">
                <a:latin typeface="Calibri" panose="020F0502020204030204" pitchFamily="34" charset="0"/>
                <a:ea typeface="Calibri" panose="020F0502020204030204" pitchFamily="34" charset="0"/>
                <a:cs typeface="Calibri" panose="020F0502020204030204" pitchFamily="34" charset="0"/>
              </a:rPr>
              <a:t>Dễ bảo trì</a:t>
            </a:r>
            <a:r>
              <a:rPr lang="vi-VN" sz="2400">
                <a:latin typeface="Calibri" panose="020F0502020204030204" pitchFamily="34" charset="0"/>
                <a:ea typeface="Calibri" panose="020F0502020204030204" pitchFamily="34" charset="0"/>
                <a:cs typeface="Calibri" panose="020F0502020204030204" pitchFamily="34" charset="0"/>
              </a:rPr>
              <a:t>: thay đổi giao diện không ảnh hưởng đến dữ liệu, và ngược lại;</a:t>
            </a:r>
          </a:p>
          <a:p>
            <a:pPr>
              <a:lnSpc>
                <a:spcPct val="150000"/>
              </a:lnSpc>
            </a:pPr>
            <a:r>
              <a:rPr lang="vi-VN" sz="2400">
                <a:latin typeface="Calibri" panose="020F0502020204030204" pitchFamily="34" charset="0"/>
                <a:ea typeface="Calibri" panose="020F0502020204030204" pitchFamily="34" charset="0"/>
                <a:cs typeface="Calibri" panose="020F0502020204030204" pitchFamily="34" charset="0"/>
              </a:rPr>
              <a:t>✅ </a:t>
            </a:r>
            <a:r>
              <a:rPr lang="vi-VN" sz="2400" b="1">
                <a:latin typeface="Calibri" panose="020F0502020204030204" pitchFamily="34" charset="0"/>
                <a:ea typeface="Calibri" panose="020F0502020204030204" pitchFamily="34" charset="0"/>
                <a:cs typeface="Calibri" panose="020F0502020204030204" pitchFamily="34" charset="0"/>
              </a:rPr>
              <a:t>Dễ mở rộng</a:t>
            </a:r>
            <a:r>
              <a:rPr lang="vi-VN" sz="2400">
                <a:latin typeface="Calibri" panose="020F0502020204030204" pitchFamily="34" charset="0"/>
                <a:ea typeface="Calibri" panose="020F0502020204030204" pitchFamily="34" charset="0"/>
                <a:cs typeface="Calibri" panose="020F0502020204030204" pitchFamily="34" charset="0"/>
              </a:rPr>
              <a:t>: có thể dùng cùng một API cho nhiều nền tảng (web, mobile, desktop);</a:t>
            </a:r>
          </a:p>
          <a:p>
            <a:pPr>
              <a:lnSpc>
                <a:spcPct val="150000"/>
              </a:lnSpc>
            </a:pPr>
            <a:r>
              <a:rPr lang="vi-VN" sz="2400">
                <a:latin typeface="Calibri" panose="020F0502020204030204" pitchFamily="34" charset="0"/>
                <a:ea typeface="Calibri" panose="020F0502020204030204" pitchFamily="34" charset="0"/>
                <a:cs typeface="Calibri" panose="020F0502020204030204" pitchFamily="34" charset="0"/>
              </a:rPr>
              <a:t>✅ </a:t>
            </a:r>
            <a:r>
              <a:rPr lang="vi-VN" sz="2400" b="1">
                <a:latin typeface="Calibri" panose="020F0502020204030204" pitchFamily="34" charset="0"/>
                <a:ea typeface="Calibri" panose="020F0502020204030204" pitchFamily="34" charset="0"/>
                <a:cs typeface="Calibri" panose="020F0502020204030204" pitchFamily="34" charset="0"/>
              </a:rPr>
              <a:t>Dễ kiểm thử</a:t>
            </a:r>
            <a:r>
              <a:rPr lang="vi-VN" sz="2400">
                <a:latin typeface="Calibri" panose="020F0502020204030204" pitchFamily="34" charset="0"/>
                <a:ea typeface="Calibri" panose="020F0502020204030204" pitchFamily="34" charset="0"/>
                <a:cs typeface="Calibri" panose="020F0502020204030204" pitchFamily="34" charset="0"/>
              </a:rPr>
              <a:t>: có thể test API riêng biệt mà không cần giao diện.</a:t>
            </a:r>
          </a:p>
        </p:txBody>
      </p:sp>
    </p:spTree>
    <p:extLst>
      <p:ext uri="{BB962C8B-B14F-4D97-AF65-F5344CB8AC3E}">
        <p14:creationId xmlns:p14="http://schemas.microsoft.com/office/powerpoint/2010/main" val="932472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Ví dụ đơn giản</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423447" y="1776088"/>
            <a:ext cx="9841584" cy="589072"/>
          </a:xfrm>
          <a:prstGeom prst="rect">
            <a:avLst/>
          </a:prstGeom>
          <a:noFill/>
        </p:spPr>
        <p:txBody>
          <a:bodyPr wrap="square">
            <a:spAutoFit/>
          </a:bodyPr>
          <a:lstStyle/>
          <a:p>
            <a:pPr>
              <a:lnSpc>
                <a:spcPct val="150000"/>
              </a:lnSpc>
            </a:pPr>
            <a:endParaRPr lang="vi-VN" sz="240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F10C88C6-E616-42BA-B2A6-18A9A175D111}"/>
              </a:ext>
            </a:extLst>
          </p:cNvPr>
          <p:cNvPicPr>
            <a:picLocks noChangeAspect="1"/>
          </p:cNvPicPr>
          <p:nvPr/>
        </p:nvPicPr>
        <p:blipFill>
          <a:blip r:embed="rId4"/>
          <a:stretch>
            <a:fillRect/>
          </a:stretch>
        </p:blipFill>
        <p:spPr>
          <a:xfrm>
            <a:off x="2628900" y="1776088"/>
            <a:ext cx="6934200" cy="41243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27206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76" descr="A picture containing drawing&#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4265536" cy="1022477"/>
          </a:xfrm>
          <a:prstGeom prst="rect">
            <a:avLst/>
          </a:prstGeom>
        </p:spPr>
      </p:pic>
      <p:sp>
        <p:nvSpPr>
          <p:cNvPr id="7" name="TextBox 6"/>
          <p:cNvSpPr txBox="1"/>
          <p:nvPr/>
        </p:nvSpPr>
        <p:spPr>
          <a:xfrm>
            <a:off x="603210" y="890067"/>
            <a:ext cx="7879192" cy="583565"/>
          </a:xfrm>
          <a:prstGeom prst="rect">
            <a:avLst/>
          </a:prstGeom>
          <a:noFill/>
        </p:spPr>
        <p:txBody>
          <a:bodyPr wrap="square" rtlCol="0">
            <a:spAutoFit/>
          </a:bodyPr>
          <a:lstStyle/>
          <a:p>
            <a:r>
              <a:rPr lang="en-US" altLang="ko-KR" sz="3200" b="1">
                <a:latin typeface="Lato" panose="020F0502020204030203" pitchFamily="34" charset="0"/>
                <a:cs typeface="Lato" panose="020F0502020204030203" pitchFamily="34" charset="0"/>
              </a:rPr>
              <a:t>Ví dụ đơn giản</a:t>
            </a:r>
            <a:endParaRPr lang="en-US" altLang="ko-KR" sz="3200" b="1" dirty="0">
              <a:latin typeface="Lato" panose="020F0502020204030203" pitchFamily="34" charset="0"/>
              <a:cs typeface="Lato" panose="020F0502020204030203" pitchFamily="34" charset="0"/>
            </a:endParaRPr>
          </a:p>
        </p:txBody>
      </p:sp>
      <p:sp>
        <p:nvSpPr>
          <p:cNvPr id="4" name="TextBox 3"/>
          <p:cNvSpPr txBox="1"/>
          <p:nvPr/>
        </p:nvSpPr>
        <p:spPr>
          <a:xfrm>
            <a:off x="1423447" y="1776088"/>
            <a:ext cx="9841584" cy="589072"/>
          </a:xfrm>
          <a:prstGeom prst="rect">
            <a:avLst/>
          </a:prstGeom>
          <a:noFill/>
        </p:spPr>
        <p:txBody>
          <a:bodyPr wrap="square">
            <a:spAutoFit/>
          </a:bodyPr>
          <a:lstStyle/>
          <a:p>
            <a:pPr>
              <a:lnSpc>
                <a:spcPct val="150000"/>
              </a:lnSpc>
            </a:pPr>
            <a:endParaRPr lang="vi-VN" sz="240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234182B4-CB6F-483C-9724-F9E9A2C5A665}"/>
              </a:ext>
            </a:extLst>
          </p:cNvPr>
          <p:cNvPicPr>
            <a:picLocks noChangeAspect="1"/>
          </p:cNvPicPr>
          <p:nvPr/>
        </p:nvPicPr>
        <p:blipFill>
          <a:blip r:embed="rId4"/>
          <a:stretch>
            <a:fillRect/>
          </a:stretch>
        </p:blipFill>
        <p:spPr>
          <a:xfrm>
            <a:off x="2667000" y="2070624"/>
            <a:ext cx="6858000" cy="37242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1839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216</TotalTime>
  <Words>1494</Words>
  <Application>Microsoft Office PowerPoint</Application>
  <PresentationFormat>Widescreen</PresentationFormat>
  <Paragraphs>162</Paragraphs>
  <Slides>36</Slides>
  <Notes>36</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36</vt:i4>
      </vt:variant>
    </vt:vector>
  </HeadingPairs>
  <TitlesOfParts>
    <vt:vector size="49" baseType="lpstr">
      <vt:lpstr>Arial</vt:lpstr>
      <vt:lpstr>Calibri</vt:lpstr>
      <vt:lpstr>Calibri Light</vt:lpstr>
      <vt:lpstr>Consolas</vt:lpstr>
      <vt:lpstr>Georgia</vt:lpstr>
      <vt:lpstr>Lato</vt:lpstr>
      <vt:lpstr>Symbol</vt:lpstr>
      <vt:lpstr>Times New Roman</vt:lpstr>
      <vt:lpstr>Verdana</vt:lpstr>
      <vt:lpstr>Office Theme</vt:lpstr>
      <vt:lpstr>3_Office Theme</vt:lpstr>
      <vt:lpstr>4_Office Theme</vt:lpstr>
      <vt:lpstr>5_Office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Tiêu đề</dc:title>
  <dc:creator>Luong, Binh Nguyen</dc:creator>
  <cp:lastModifiedBy>NV Nhận</cp:lastModifiedBy>
  <cp:revision>886</cp:revision>
  <dcterms:created xsi:type="dcterms:W3CDTF">2024-10-23T07:24:35Z</dcterms:created>
  <dcterms:modified xsi:type="dcterms:W3CDTF">2025-11-02T12:54:20Z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